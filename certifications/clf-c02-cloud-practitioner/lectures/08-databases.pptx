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 —  RDS, DynamoDB, Redshift, and Aurora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continues — relational vs. non-relational, and matching workload shape to the right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one detail that decides between EBS and EFS for a given scenario?”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7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storage types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block, and file — S3, EBS, and EFS, sorted by access pattern.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and protecting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Gateway, the Snow Family, and AWS Backup rounded out the toolkit.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structured data that needs to be queried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piece of data is a file — tonight is about data with real structure and relationships.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unmanaged and managed database solutions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Amazon RDS and identify its core functionality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Amazon DynamoDB and identify its core functionality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Amazon Redshift and when it fits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Amazon Aurora and how it relates to RDS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SQL (relational) from NoSQL (non-relational) databases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First, Then Workload Shape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ideas. Everything about picking the right database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tables, defined schemas, enforced relationships — RDS and Aurora.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Non-Relational (NoSQL)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schema, massive scale, fast key lookups — DynamoDB.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vs. Analytical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fast operations (OLTP) vs. large aggregate queries (OLAP) — Redshift is built for the latter.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vs. Unmanaged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Module 6 distinction, applied to databases — RDS removes the operational burden.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RDS: Managed Relational Databases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the real operational challenges of running a relational database yourself.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is a managed service for relational databases — MySQL, PostgreSQL, MariaDB, Oracle, SQL Server, and Aurora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automates patching, so you're not manually maintaining the OS and database engine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provides automated backups and snapshots, instead of you configuring your own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deployments maintain a synchronous standby with automatic failover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offload read traffic to additional copies, scaling read-heavy workloads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relational, just less operational burden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doesn't change what kind of database you're using — only how much of the operational work AWS absorbs.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wanting a managed relational database with existing SQL queries is RDS or Aurora, never DynamoDB.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DATABASE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Decides Relational vs. NoSQL?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separates a student who understands database selection from one who doesn't — and it's simpler than it sounds.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RELATED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Tables, rows, and columns, with relationships enforced between them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Queried using SQL — joins across multiple tables are a first-class operation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Strong fit for financial transactions, order records, anything needing consistency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 relational database (RDS or Aurora) looks like when it's the correct answer.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MASSIVE-SCALE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schema required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the same table can have different sets of attributes side by side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and speed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Single-digit-millisecond performance at virtually any scale, with simple key-based lookups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is complexity, not power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multi-table joins are what you give up in exchange for flexibility and horizontal 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depends entirely on whether the data has enforced structure and needs complex joins, or needs to scale massively with simple, fast lookups.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WORKLOAD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vs. OLAP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TRANSACTIONAL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small operations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reads and writes, one record at a time — a checkout page, a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and DynamoDB live 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built for quick, everyday transactional operations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speed per operation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response times matter more than the size of any single query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workload shape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everyday application traffic is OLTP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ANALYTICAL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much larger queries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and analyzing massive datasets, not single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lives here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business intelligence and historical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complex aggregation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makes scanning huge datasets efficient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reporting/BI workload shape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“Total sales by category, by quarter, for five years” is a textbook OLAP query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is built from four pieces — and it's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— standard engines, Multi-AZ, read replicas.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 high-performance relational engine, MySQL/PostgreSQL-compatible, on RDS.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NoSQL — key-value/document, massive scale, millisecond latency.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— OLAP, analytical queries across large historical datasets.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sort by structure first (relational vs. NoSQL), then by workload shape (transactional vs. analytical).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RELATIONAL OPTIONS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vs. Amazon Aurora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 that sound like competitors are actually the same family, with Aurora as an engine choice inside 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(standard engines)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MariaDB, Oracle, SQL Server — familiar, open-source or licensed engines.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 engine, MySQL/PostgreSQL-compatible, available as an engine option within 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separate product line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still gets RDS's core features — automated backups, Multi-AZ, read replicas.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 is performance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positions Aurora as higher performance and availability than the standard open-source engines on RDS.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Aurora isn't a different category of database — it's a premium engine choice inside the same managed relational service.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size, no fixed schema — built for scale and speed from the ground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managed NoSQL database — key-value and document data, no fixed schema required.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consistent, single-digit-millisecond performance at virtually any scale — no server for you to size or manage.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When You'd Use 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scale, evolving or unpredictable data shape, fast key-based lookups — a shopping cart, a session store, a mobile app's user profiles.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angle:  “needs complex queries joining multiple tables” is relational. “Needs to scale massively with simple, fast key-based lookups” is DynamoDB.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Toolkit,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jobs we've covered tonight, and the tools behind each one. The names matter less than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standard relational data lives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— MySQL, PostgreSQL, MariaDB, Oracle, SQL Server.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high-performance relational data lives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 — MySQL/PostgreSQL-compatible, running on RDS.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flexible, massive-scale data lives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 — NoSQL, key-value/document.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analytical queries live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 — data warehousing, OLAP.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operational burden goes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absorbs patching, backups, and failover — the same managed-service logic from Module 6.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structure, performance tier, scale, and workload shape — four questions that resolve almost every database scenario.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Instance vs. Multi-AZ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protects against nothing. It doesn't protect against that one instance failing.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DB INSTANCE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RDS instance handling all traffic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failure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set up, cheaper to run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when that one instance fails?”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DELIBERATE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synchronous standby maintained in another Availability Zone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if the primary instance fails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AZ failure doesn't mean total data loss or extended downtime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“Multi-AZ is a deliberate design choice for anything that can't tolerate downtime.”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instinct as spreading compute across multiple AZs in Module 3 — don't let a single instance carry all the risk for data that matters.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Build an E-Commerce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is building an online store with several very different data needs at once. Let's apply tonight's toolkit.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customers, and inventory need structured, related data with strong consistency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data needs to scale massively with simple, fast key-based lookups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wants quarterly sales trends across five years of historical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requirement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database can't go down during a failure — ever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RDS/Aurora (Multi-AZ) + DynamoDB + Redshift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needs, three different tools — order records need a relational database with Multi-AZ for zero downtime, the cart needs DynamoDB's scale and speed, and sales reporting needs Redshift's analytical power.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there's no single “database service” — real applications mix relational, NoSQL, and analytical stores based on what each piece of data actually needs.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Preview: Finding Your Database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guess where database concepts live in the AWS Console. Here's where to look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where you launch and configure database instances.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&amp; read replicas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at launch or afterward, inside the RDS console.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console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where you create tables and set capacity.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console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launch a data warehouse cluster.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an engine option inside the RDS console — no separate console of its own.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per-instance, inside the RDS console, under Maintenance &amp; backups.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the exam won't quiz you on console navigation directly, but knowing where a concept lives helps you recognize what a scenario is actually describing.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resolve almost every AWS database scenario on the exam — this is worth writing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with enforced relationships?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Amazon 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wants higher performance and availability?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scale, flexible schema, fast key lookups?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 across huge historical datasets?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about a single database instance failing?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Multi-AZ deployment.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Read-heavy workload bottlenecking one instance?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work through these six questions in order, and almost every AWS database scenario resolves cleanly.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Database Services,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entries, one job each. The exam gives you a scenario and asks which service fits — match the verb to the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 with standard engines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OLTP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familiar SQL engines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 relational engine, MySQL/PostgreSQL-compatible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OLTP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performance/availability than standard RDS engines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NoSQL, key-value/document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Non-relational, OLTP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scale, fast key-based lookups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warehouse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Relational, OLAP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across large historical datasets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/ Read Replicas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and read-scaling features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feature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read-heavy scaling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if a scenario names how the data is structured and how it's actually queried, match the verb to the tool.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“Needs complex joins across multiple related tables — relational or NoSQL?”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RDS or Aurora, not DynamoDB.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“Needs massive scale with simple, fast key lookups — relational or NoSQL?”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DynamoDB, not RDS.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“Wants MySQL compatibility with better performance than standard RDS — what engine?”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Aurora, still inside 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“Wants quarterly sales trends across five years of data — RDS or Redshift?”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— this is an OLAP/analytical workload, not everyday transactions.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single DB instance is a worry point — what's the fix?”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Multi-AZ deployment with automatic failover, not just more storage.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traffic is bottlenecking a single RDS instance — what's the fix?”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replicas, not Multi-AZ, which is about failover, not read scaling.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Data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scenarios into relational or NoSQL, then transactional or analytical.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Hunt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a scenario, find and defend the right database service.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case studies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work through a couple of real-shaped business cases together and pick the right service, live.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8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content, including Lab 5,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8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Lab 5 (build a DB server and interact with it via an app).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four database services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 — RDS, Aurora, DynamoDB, Redshift, and one clue phrase for each.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database 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toolkit, explain what it does in your own words, no notes.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Cloud Architecture — the Well-Architected Framework and how good architectures actually get designed.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8  ·  Databases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go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this.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Sort the Data and the database service hunt.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