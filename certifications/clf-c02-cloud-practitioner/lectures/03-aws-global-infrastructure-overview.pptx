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  <Relationship Id="rId34" Type="http://schemas.openxmlformats.org/officeDocument/2006/relationships/slide" Target="slides/slide28.xml"/>
  <Relationship Id="rId35" Type="http://schemas.openxmlformats.org/officeDocument/2006/relationships/slide" Target="slides/slide29.xml"/>
  <Relationship Id="rId36" Type="http://schemas.openxmlformats.org/officeDocument/2006/relationships/slide" Target="slides/slide30.xml"/>
  <Relationship Id="rId37" Type="http://schemas.openxmlformats.org/officeDocument/2006/relationships/slide" Target="slides/slide31.xml"/>
  <Relationship Id="rId38" Type="http://schemas.openxmlformats.org/officeDocument/2006/relationships/slide" Target="slides/slide32.xml"/>
  <Relationship Id="rId39" Type="http://schemas.openxmlformats.org/officeDocument/2006/relationships/slide" Target="slides/slide33.xml"/>
  <Relationship Id="rId40" Type="http://schemas.openxmlformats.org/officeDocument/2006/relationships/slide" Target="slides/slide34.xml"/>
  <Relationship Id="rId41" Type="http://schemas.openxmlformats.org/officeDocument/2006/relationships/slide" Target="slides/slide35.xml"/>
  <Relationship Id="rId42" Type="http://schemas.openxmlformats.org/officeDocument/2006/relationships/slide" Target="slides/slide36.xml"/>
  <Relationship Id="rId43" Type="http://schemas.openxmlformats.org/officeDocument/2006/relationships/slide" Target="slides/slide37.xml"/>
  <Relationship Id="rId44" Type="http://schemas.openxmlformats.org/officeDocument/2006/relationships/slide" Target="slides/slide38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 ·  AWS ACADEMY CLOUD FOUNDATIONS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Infrastructure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 —  Regions, Availability Zones, and Edge Locations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infrastructure underpins Domain 1 of the exam — and every resilience call you’ll ever make.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of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“Name AWS’s four pricing principles, and explain why data transfer OUT costs money but data transfer IN usually doesn’t.”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ticket in the door. Nobody leaves without being able to answer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Lecture 2 left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cost drivers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storage, data transfer — we priced them. Tonight: the actual places those resources run.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52544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buy compute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On-Demand, Reserved, Spot, Dedicated. Tonight: the data centers behind whichever one you pick.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65008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</p:sp>
      <p:sp>
        <p:nvSpPr>
          <p:cNvPr id="18" name="Text 16"/>
          <p:cNvSpPr/>
          <p:nvPr/>
        </p:nvSpPr>
        <p:spPr>
          <a:xfrm>
            <a:off x="8430768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bill, consolidated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and the Billing Dashboard tied it together. Tonight we zoom out to AWS’s map of the world.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AWS Global Infrastructure Overview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should be able to…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a Region is and name the four factors that decide which one to use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Availability Zones and why spreading across them is the core resilience habit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8269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edge locations from Regions and AZs, and explain what Amazon CloudFront does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941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4106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Local Zones and Wavelength to a standard Region and know when each applies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99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9943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major categories of AWS services, from compute to networking to security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most common global-infrastructure traps on the exam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AWS Global Infrastructure Overview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Up AWS Global Infrastructure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blocks. Everything about where your workload runs comes down to these.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geographic areas around the world. You choose where your workload lives.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</p:sp>
      <p:sp>
        <p:nvSpPr>
          <p:cNvPr id="11" name="Shape 9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data centers inside a Region — each with its own power, cooling, and network.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</p:sp>
      <p:sp>
        <p:nvSpPr>
          <p:cNvPr id="16" name="Shape 14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Locations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even closer to users, used to cache content and cut latency.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</p:sp>
      <p:sp>
        <p:nvSpPr>
          <p:cNvPr id="21" name="Shape 19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Zones &amp; Wavelength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extensions that push AWS infrastructure closer to specific cities or telecom networks.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AWS Global Infrastructure Overview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— Where Your Workload Lives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workload you launch lives in a Region you choose — it’s the first infrastructure decision you make.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REGION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606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separate, self-contained geographic area — e.g., a Region in Ohio, one in Ireland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3255264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independent — a problem in one Region doesn’t take down another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858768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3813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multiple Availability Zones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4462272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4416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AWS service launches in every Region on day one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5065776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usually stay in the Region you launched them in, unless you configure otherwise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232F3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factors decide your Region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(stay close to users), price (cost varies by Region), compliance (data-residency laws), and service availability.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this wrong and you’re either overpaying, or breaking a data-residency requirement without realizing it.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AWS Global Infrastructure Overview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B7791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RELIABILITY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Availability Zones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habit separates a fragile architecture from a resilient one — and it’s simpler than it sounds.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SINGLE-AZ RISK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One data center, one point of failure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A power or network outage takes the whole app down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No automatic way to fail over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happens when “in the cloud” gets mistaken for “automatically resilient.”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MULTI-AZ HABIT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copies in 2–3 AZs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3209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Availability Zone has its own power, cooling, and network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AZ fails, the others keep serving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never notice the failure happened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17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AZ is a dependency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whole Region has a problem, that’s a separate, much rarer, conversation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habit — spreading across AZs — is the foundation of nearly everything the exam calls resilience.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AWS Global Infrastructure Overview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Locations vs. Regions and AZs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&amp; AVAILABILITY ZONES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application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storage, and databases actually execute here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Region your workload runs 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AZs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2–3 per Region for resilience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fewer sites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edge locations worldwide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LOCATIONS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run your application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cache content close to users instead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CloudFront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cached copies from the nearest site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more sites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Regions, spread worldwide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latency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“last mile” to the end user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AWS Global Infrastructure Overview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DESIGN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Region — 4 Factors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workload lives in a Region you pick. These four things decide which one — and it’s a real exam question.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resources close to your users — someone in Dallas is served faster from a US Region than from Frankfurt.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08776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</p:sp>
      <p:sp>
        <p:nvSpPr>
          <p:cNvPr id="11" name="Text 9"/>
          <p:cNvSpPr/>
          <p:nvPr/>
        </p:nvSpPr>
        <p:spPr>
          <a:xfrm>
            <a:off x="6574536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4536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service can cost different amounts in different Regions.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Data-residency laws, like GDPR, may require data to physically stay in a specific country.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</p:sp>
      <p:sp>
        <p:nvSpPr>
          <p:cNvPr id="19" name="Text 17"/>
          <p:cNvSpPr/>
          <p:nvPr/>
        </p:nvSpPr>
        <p:spPr>
          <a:xfrm>
            <a:off x="6574536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AWS service launches in every Region on day one.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080760"/>
            <a:ext cx="10908792" cy="914"/>
          </a:xfrm>
          <a:prstGeom prst="roundRect">
            <a:avLst/>
          </a:prstGeom>
          <a:solidFill>
            <a:srgbClr val="F4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cue:  if a scenario mentions a country’s data-privacy law, the answer is almost always Region choice — not encryption.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AWS Global Infrastructure Overview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EDGE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Zones and Wavelength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newer infrastructure types push AWS closer to specific places — for workloads that can’t tolerate normal Region latency.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Local Zones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compute and storage in large metro areas outside a full Region — think gaming or media production.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Wavelength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AWS infrastructure inside telecom 5G networks, for single-digit-millisecond mobile latency.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replacement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extend a parent Region rather than replacing the standard Region/AZ model.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Niche, not default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workloads never need either — the exam tests recognition, not configuration.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30352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to know:  </a:t>
            </a:r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confuse a Local Zone with an Availability Zone — a Local Zone is a single site with no AZ-style redundancy of its own.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AWS Global Infrastructure Overview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30,000-FOOT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 Look at AWS Service Categories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need to know every service yet — just which family it belongs to. We’ll go deep on each starting next module.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code and applications — e.g., Amazon EC2, AWS Lambda.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your data, from object storage to file systems — e.g., Amazon S3.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stores for structured and unstructured data — e.g., Amazon RDS, DynamoDB.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&amp; Content Delivery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everything and gets content to users — e.g., Amazon VPC, CloudFront.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Identity &amp; Compliance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who can do what, and protects your data — e.g., IAM.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&amp; Governance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Monitors, automates, and keeps accounts organized — e.g., CloudWatch, Organizations.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almost everything you’ll learn this term is one of these six families — Regions and AZs are just where they all run.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AWS Global Infrastructure Overview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FOR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 Layers,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plus one specialized fifth. The exam gives you a scenario and asks which layer fits — match the need to the layer.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576072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024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9312" y="192024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05472" y="192024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How Many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7232" y="192024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There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496312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geographic area you choose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05472" y="2496312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worldwide (growing)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57232" y="2496312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 and data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072384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Zone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072384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isolated data center inside a Region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072384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3+ per Region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57232" y="3072384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copies of your app for resilience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3648456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Location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9312" y="3648456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caching site close to end users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05472" y="3648456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worldwide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57232" y="3648456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content only, via CloudFront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224528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Zone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4224528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extension of a Region in a specific metro area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05472" y="4224528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Dozens (growing)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4224528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Latency-sensitive workloads for that metro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480060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Wavelength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9312" y="480060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infrastructure embedded in telecom 5G networks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05472" y="480060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metro coverage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57232" y="480060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Ultra-low-latency mobile/5G workloads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1920240"/>
            <a:ext cx="10908792" cy="3456432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closer to the user and more redundant almost always means a different layer — not a bigger instance.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AWS Global Infrastructure Overview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SIT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Infrastructure: The Traps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one actually runs my application?”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Availability Zone. Regions are the container; AZs — and the servers in them — are where compute actually executes.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52544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</p:sp>
      <p:sp>
        <p:nvSpPr>
          <p:cNvPr id="10" name="Text 8"/>
          <p:cNvSpPr/>
          <p:nvPr/>
        </p:nvSpPr>
        <p:spPr>
          <a:xfrm>
            <a:off x="4718304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“Fastest way to cut latency for users worldwide?”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locations via CloudFront — not launching more EC2 instances in more Regions.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65008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</p:sp>
      <p:sp>
        <p:nvSpPr>
          <p:cNvPr id="14" name="Text 12"/>
          <p:cNvSpPr/>
          <p:nvPr/>
        </p:nvSpPr>
        <p:spPr>
          <a:xfrm>
            <a:off x="8430768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law says data must stay in-country — what do you check?”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selection and compliance — not encryption settings.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AZs should a resilient app span?”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two, ideally three, within the same Region.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52544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</p:sp>
      <p:sp>
        <p:nvSpPr>
          <p:cNvPr id="22" name="Text 20"/>
          <p:cNvSpPr/>
          <p:nvPr/>
        </p:nvSpPr>
        <p:spPr>
          <a:xfrm>
            <a:off x="4718304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“Local Zone vs. Availability Zone — what’s the difference?”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Zone is a single site with no built-in redundancy; an AZ is one of several redundant sites inside a Region.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65008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</p:sp>
      <p:sp>
        <p:nvSpPr>
          <p:cNvPr id="26" name="Text 24"/>
          <p:cNvSpPr/>
          <p:nvPr/>
        </p:nvSpPr>
        <p:spPr>
          <a:xfrm>
            <a:off x="8430768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every service is everywhere — what do you check first?”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 by Region — one of the four Region-selection factors.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AWS Global Infrastructure Overview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BREAK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Hands-On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Global Infrastructure map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interactive Region/AZ map together and find the Region closest to campus.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Region-picking scenarios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31012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teams: given a scenario — a law firm in Germany, a gaming studio in Seoul — pick and defend a Region.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demo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440740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console tour of setting up a CloudFront distribution in front of a static site.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7A5C9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12978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Module 3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online module content and the knowledge check.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AWS Global Infrastructure Overview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2996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AWS Academy Module 3 + knowledge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2257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global infrastructure and services sections. Aim for 80%+ on the first attempt.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35584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closest Region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AWS Region map and note the Region name and how many Availability Zones it has.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service from each family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743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six categories we covered, name one example service per family, in your own words.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 AWS Cloud Security — the Shared Responsibility Model, IAM, and securing a new account.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3  ·  AWS Global Infrastructure Overview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let’s go find out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cloud actually lives.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Ten-minute break — then the AWS Global Infrastructure map and a first look at the console.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AWS Certified Solutions Architect – Associate  ·  Wake Tech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2026-07-23T16:52:16Z</dcterms:created>
  <dcterms:modified xsi:type="dcterms:W3CDTF">2026-07-23T16:52:16Z</dcterms:modified>
</cp:coreProperties>
</file>