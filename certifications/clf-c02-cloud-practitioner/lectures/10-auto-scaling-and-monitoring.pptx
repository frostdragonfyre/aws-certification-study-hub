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FF9900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365760"/>
            <a:ext cx="3108960" cy="3108960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09760" y="1463040"/>
            <a:ext cx="2011680" cy="201168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509760" y="14630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 ·  AWS ACADEMY CLOUD FOUNDATIONS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and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  —  Elastic Load Balancing, CloudWatch, and EC2 Auto Scaling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512064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Dr. Mycal “Mike” Brown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new module in Foundations — three services that finally combine everything this course has been circling.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of the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7830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actual difference between a Well-Architected pillar and a design principle?”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ticket in the door. Nobody leaves without being able to answer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Lecture 9 left 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pillars, a consistent way to evaluate any architecture.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2544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52544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18304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Reliability, in practice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18304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built from Multi-AZ, Auto Scaling, and load balancing — patterns, not one service.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5008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65008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30768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Tonight: those patterns, in full depth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Balancing and Auto Scaling get their real depth tonight, plus the monitoring service that connects them.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10  ·  Auto Scaling and Monitoring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Be Able to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should be able to…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Elastic Load Balancing distributes traffic across EC2 instances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624328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Amazon CloudWatch monitors AWS resources and applications in real time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282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282696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Amazon EC2 Auto Scaling launches and terminates instances in response to workload changes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9410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941064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ELB, CloudWatch, and Auto Scaling work together as a dynamically scalable architecture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599432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599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599432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scaling and load balancing tasks that improve a real architecture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5257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25780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most common scaling and monitoring traps on the exam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10  ·  Auto Scaling and Monitoring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Watch, Decide, Act, Distribute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ideas. Everything about a dynamically scalable architecture comes down to these.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 — metrics, alarms, dashboards, logs.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3796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and Act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EC2 Auto Scaling — launches and terminates instances based on demand.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6012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Balancing — spreads traffic across whatever capacity currently exists.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37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8368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connected: watch, scale, distribute, repeat — no human required.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10  ·  Auto Scaling and Monitoring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Balancing: Distributing Traffic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spreads incoming traffic across multiple targets — and routes around anything unhealthy.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2651760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2606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 automatically distributes incoming application traffic across multiple targets — EC2 instances, containers, or IP addresses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24128" y="3255264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17320" y="32095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can span one or more Availability Zones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3858768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38130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run continuously against every target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24128" y="4462272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17320" y="4416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automatically stops routing to any target that fails a health check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4128" y="5065776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50200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load balancer types exist — Application, Network, and Gateway — for different traffic patterns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514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 distributes — it doesn't create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58000" y="306324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 spreads traffic across capacity that already exists — it never launches or removes instances itself.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how many instances exist is Auto Scaling's job, covered next.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10  ·  Auto Scaling and Monitoring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SCALING IDEA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Separates ELB from Auto Scaling?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separates a student who understands dynamic architectures from one who doesn't — and it's simpler than it sounds.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Distributes traffic across whatever capacity currently exists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Runs health checks, routes around unhealthy targets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Never changes how many instances exist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ELB does when it's the correct answer — spread traffic, not create capacity.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2940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AUTO SCALING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how many instances exist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29400" y="32095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new instances when demand rises, terminates them when demand falls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749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Reacts to CloudWatch alarms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29400" y="40782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metric crossing a threshold is typically what triggers a scaling policy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617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within a configured range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29400" y="49469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Minimum, desired, and maximum capacity keep scaling within safe, cost-controlled bounds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 spreads traffic across capacity; Auto Scaling changes how much capacity exists — two different jobs that are almost always named together.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10  ·  Auto Scaling and Monitoring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VS. ACTING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 vs. EC2 Auto Scaling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— WATCHING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metrics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utilization, network traffic, request counts, tracked over 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alarms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an action when a metric crosses a defined threshold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dashboards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visual displays for at-a-glance monitoring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Centralizes logs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 gathers application and AWS service logs for searching and analysis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— ACTING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instances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capacity when a CloudWatch alarm signals rising demand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Terminates instances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capacity when demand drops, controlling cost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within bounds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Minimum, desired, and maximum capacity, configured in an Auto Scaling group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act alone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always triggered by a CloudWatch alarm crossing its threshold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10  ·  Auto Scaling and Monitoring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Scaling Toolkit — 4 Pieces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module is built from four pieces — and it's a real exam question.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traffic across existing targets, routes around unhealthy ones.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8776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08776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74536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4536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metrics, stores logs, triggers alarms.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Auto Scaling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and terminates instances to match demand.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08776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74536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4536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minimum/desired/maximum configuration that keeps scaling within bounds.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080760"/>
            <a:ext cx="10908792" cy="914"/>
          </a:xfrm>
          <a:prstGeom prst="round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cue:  match the verb — distribute, watch, or adjust — to the right service before picking an answer.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10  ·  Auto Scaling and Monitoring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LOAD BALANCER TYPES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 vs. Network Load Balancer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load balancer types that sound similar solve different traffic problems.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 (ALB)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HTTP/HTTPS web traffic, routing based on content like URL path.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Load Balancer (NLB)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8368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extreme performance, TCP/UDP traffic, and static IP addresses.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layers, different jobs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584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operates with awareness of web request content; NLB operates at the network level for raw performance.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836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type exists too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8368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Load Balancer (GWLB), for deploying third-party virtual network appliances.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51560" y="530352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to know:  for CLF-C02, recognizing that load balancer TYPES exist and roughly why matters more than memorizing every feature difference — that depth is for the Solutions Architect Associate exam.</a:t>
            </a:r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F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10  ·  Auto Scaling and Monitoring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CONNECTIVE TISSUE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 Alarms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 that turns watching into acting — and the exam's favorite detail in this module.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It 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CloudWatch feature that watches a metric and triggers an action when it crosses a threshold you define.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How It Works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a threshold (like “CPU above 70% for 5 minutes”), and the alarm fires the moment that condition is met.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6676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When You'd Use 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 an Auto Scaling policy, sending a notification, or any automated response to a real-time condition — without a human watching a dashboard.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51560" y="521208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 angle:  an alarm is the connective tissue between CloudWatch (watching) and Auto Scaling (acting) — a scenario describing automatic scaling in response to a metric is describing both services working together through an alarm.</a:t>
            </a:r>
            <a:pPr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10  ·  Auto Scaling and Monitoring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TOOLKIT,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Scaling Toolkit,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jobs we've covered tonight, and the tools behind each one. The names matter less than the job each one does.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traffic gets spread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Balancing — across whatever capacity currently exists.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58414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58414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87014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conditions get watched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087014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 — metrics, logs, dashboards.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76749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76749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5349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thresholds trigger action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05349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Alarms — the connective tissue to Auto Scaling.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95083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95083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23683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capacity gets adjusted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23683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Auto Scaling — launches and terminates instances automatically.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13418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513418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42018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7A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bounds get set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742018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Groups — minimum, desired, and maximum capacity.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51560" y="5257800"/>
            <a:ext cx="10085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distribute, watch, trigger, and adjust — four questions that resolve almost every scaling scenario.</a:t>
            </a:r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10  ·  Auto Scaling and Monitoring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Capacity vs. Dynamic Scaling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capacity protects against nothing changing. It doesn't protect against demand actually changing.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CAPACITY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number of instances, sized for peak demand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predictable cost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capacity most of the time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if actual demand rarely reaches that peak?”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94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SCALING, DELIBERATE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watches, Auto Scaling adjusts, ELB distributes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matches demand, most of the time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manually reacting to every spike and dip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the direct fix for Module 9's ‘stop guessing your capacity needs’ principle.”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capacity sized for a rare peak is exactly the anti-pattern Module 9 warned about — dynamic scaling is the practical, automated fix.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10  ·  Auto Scaling and Monitoring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Handle a Flash Sale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retailer's flash sale could spike traffic 10x with no warning. Let's apply tonight's toolkit.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Unpredictable spike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2907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could jump 10x during a flash sale, with no advance warning of the exact moment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matters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36850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instances failing under load shouldn't take down the whole site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4462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doesn't want to pay for 10x capacity every single day of the year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937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reaction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5239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watching a dashboard at 2 AM when the sale actually launches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92024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20840" y="2148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TOOLKIT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25603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+ Auto Scaling + Elastic Load Balancing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720840" y="347472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watches request volume and CPU utilization; an alarm crossing its threshold triggers Auto Scaling to launch new instances; ELB distributes traffic across all healthy instances and routes around any that fail.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this is the exact loop from earlier in the lecture — watch, trigger, scale, distribute — solving all four requirements with three services working together, not one.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10  ·  Auto Scaling and Monitoring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OPEN THE CONSOLE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Preview: Finding Your Scaling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guess where scaling concepts live in the AWS Console. Here's where to look tonight.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inside the EC2 console, under Load Balancing.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groups &amp; health checks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inside the EC2 console — where you define what “healthy” means for a target.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console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dedicated console — metrics, alarms, dashboards, and logs all live here.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inside the EC2 console, under Auto Scaling.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policies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on the Auto Scaling group, often referencing a CloudWatch alarm directly.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section inside the CloudWatch console for centralized log data.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cue:  the exam won't quiz you on console navigation directly, but knowing where a concept lives helps you recognize what a scenario is actually describing.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10  ·  Auto Scaling and Monitoring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Questions, in 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 resolve almost every AWS scaling and monitoring scenario on the exam — this is worth writing down.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spread traffic across instances?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watch a metric over time?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an action triggered when a threshold is crossed?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CloudWatch alarm.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capacity to grow or shrink automatically?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Auto Scaling.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traffic to avoid unhealthy instances?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 health checks.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capacity to stay within a safe range?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 Scaling group's min/desired/max.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work through these six questions in order, and almost every AWS scaling and monitoring scenario resolves cleanly.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10  ·  Auto Scaling and Monitoring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THESE FOR THE EXAM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Scaling Toolkit, Side by Side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entries, one job each. The exam gives you a scenario and asks which one fits — match the verb to the tool.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576072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92024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39312" y="192024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05472" y="192024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57232" y="192024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2496312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9312" y="2496312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traffic across targets, runs health checks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05472" y="2496312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distribution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857232" y="2496312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Spreading load, avoiding unhealthy instances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072384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3072384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39312" y="3072384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metrics, logs, sets alarms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05472" y="3072384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57232" y="3072384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into resources and applications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648456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4672" y="3648456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39312" y="3648456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an action when a threshold is crossed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05472" y="3648456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Monitoring/trigger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57232" y="3648456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monitoring to automated action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224528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4224528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Auto Scaling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39312" y="4224528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Launches/terminates instances to match demand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05472" y="4224528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management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57232" y="4224528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capacity to real-time demand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4800600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4672" y="480060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39312" y="480060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min/desired/max capacity bounds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05472" y="480060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management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857232" y="480060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scaling within safe, cost-controlled limits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0080" y="1920240"/>
            <a:ext cx="10908792" cy="3456432"/>
          </a:xfrm>
          <a:prstGeom prst="rect">
            <a:avLst/>
          </a:prstGeom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if a scenario names distributing, watching, triggering, or adjusting, match the verb to the tool — precise matching beats general scaling vocabulary.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10  ·  Auto Scaling and Monitoring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SIT THE EXAM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and Monitoring: The Traps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“Distributes traffic across a fleet of instances — which service?”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Load Balancing, not Auto Scaling, which changes how many instances exist.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52544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18304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“Changes the number of running instances based on demand — which service?”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18304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Auto Scaling, not ELB, which only distributes traffic.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65008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0768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“Watches CPU utilization and can trigger a scaling event — one service or two?”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0768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— CloudWatch watches and alarms, Auto Scaling acts on the alarm.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few instances are unhealthy — will ELB still send them traffic?”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health checks stop traffic to any target that fails, automatically.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52544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352544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18304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keeps Auto Scaling from scaling infinitely and running up the bill?”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18304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 Scaling group's configured maximum capacity.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65008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065008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30768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“Fixed capacity sized for a rare annual peak, running idle year-round — good practice?”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0768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this is exactly the anti-pattern dynamic scaling and ‘stop guessing capacity’ fix.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10  ·  Auto Scaling and Monitoring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BREAK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Hands-On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892808"/>
            <a:ext cx="548640" cy="548640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83794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 Use Cases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691640" y="221284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real scenarios to the load balancing concept that fits — and defend each pick.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2990088"/>
            <a:ext cx="548640" cy="548640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93522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Examples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91640" y="331012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teams: given sample metrics and alarms, decide what CloudWatch is actually telling you.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4087368"/>
            <a:ext cx="548640" cy="548640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403250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and Load Balance Your Architecture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691640" y="440740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trace through AWS Academy's own lab scenario together and connect all three services live.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4400" y="5184648"/>
            <a:ext cx="548640" cy="548640"/>
          </a:xfrm>
          <a:prstGeom prst="ellipse">
            <a:avLst/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5184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512978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Module 10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691640" y="550468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online module content, the lab, and the knowledge check.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10  ·  Auto Scaling and Monitoring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029968"/>
            <a:ext cx="566928" cy="56692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2029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AWS Academy Module 10 + knowledge check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32257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the hands-on lab. Aim for 80%+ on the first attempt.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3355848"/>
            <a:ext cx="566928" cy="56692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3355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32461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the scaling loop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64845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memory — CloudWatch watches, Auto Scaling adjusts, ELB distributes.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60120" y="4681728"/>
            <a:ext cx="566928" cy="566928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4681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457200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your CCP exam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97433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is complete after tonight — if you haven't scheduled the exam yet, now's the time.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complete.  Next up: full CCP exam review, then Cloud Architecting begins.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10  ·  Auto Scaling and Monitoring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754880" cy="4754880"/>
          </a:xfrm>
          <a:prstGeom prst="ellipse">
            <a:avLst/>
          </a:prstGeom>
          <a:solidFill>
            <a:srgbClr val="FF9900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-1280160"/>
            <a:ext cx="4023360" cy="4023360"/>
          </a:xfrm>
          <a:prstGeom prst="ellipse">
            <a:avLst/>
          </a:prstGeom>
          <a:solidFill>
            <a:srgbClr val="FF9900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let's go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this.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Ten-minute break — then ELB Use Cases, CloudWatch Examples, and the CCP exam review.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548640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Mycal “Mike” Brown    ·    AWS Certified Solutions Architect – Associate  ·  Wake Tech</a:t>
            </a:r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Wake Technical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Mycal 'Mike' Brown</dc:creator>
  <cp:lastModifiedBy>Mycal 'Mike' Brown</cp:lastModifiedBy>
  <cp:revision>1</cp:revision>
  <dcterms:created xsi:type="dcterms:W3CDTF">2026-07-23T16:52:16Z</dcterms:created>
  <dcterms:modified xsi:type="dcterms:W3CDTF">2026-07-23T16:52:16Z</dcterms:modified>
</cp:coreProperties>
</file>