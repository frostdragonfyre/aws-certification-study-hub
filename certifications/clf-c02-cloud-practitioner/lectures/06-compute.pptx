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365760"/>
            <a:ext cx="3108960" cy="3108960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09760" y="1463040"/>
            <a:ext cx="2011680" cy="201168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50976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·  AWS ACADEMY CLOUD FOUNDATIONS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 —  EC2, Containers, Lambda, and Everything Between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512064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Dr. Mycal “Mike” Brown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 continues — this time it's the servers, containers, and functions everything else in this course actually runs 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of the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7830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actually makes a subnet public, and which AWS component determines it?”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ticket in the door. Nobody leaves without being able to answer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Lecture 5 left 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VPCs, subnets, gateways, and the tools that get traffic where it needs to go.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52544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18304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18304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53, CloudFront, Direct Connect, and VPN moved traffic in and out efficiently.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65008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30768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Tonight: what's actually running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network paths leads to compute — tonight we cover what's on the other end.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should be able to…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Amazon EC2 and explain what “instance type” means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624328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the major EC2 purchasing options and when each fits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82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282696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container is and how ECS, EKS, and Fargate relate to each other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9410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941064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AWS Lambda and identify serverless-shaped scenarios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599432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599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599432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AWS Elastic Beanstalk and when it's the right level of abstraction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5257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most common compute traps on the exam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 Spectrum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ideas. Everything about where your code actually runs comes down to these.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— you manage the OS, patches, and configuration.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3796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Lighter-weight packaging — ECS/EKS orchestrate, Fargate removes server management.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012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at all — event-driven, billed by the millisecond.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Tying It Together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8368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Balancing and Auto Scaling keep any of the above running smoothly.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EC2: Virtual Servers in the Cloud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flexible, most hands-on point on the compute spectrum — and the service most people picture first when they hear “cloud.”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2651760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2606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provides resizable virtual servers, called instances, that you configure and manage yourself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24128" y="3255264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17320" y="32095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the operating system and install your own software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3858768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38130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instance has an instance type — the combination of CPU, memory, storage, and networking capacity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4128" y="4462272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17320" y="4416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types group into families optimized for different workloads — general purpose, compute, memory, storage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4128" y="5065776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50200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and securing the guest OS is the customer's side of the Shared Responsibility Model from Module 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and purchasing option are separate decisions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306324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 is about hardware fit — CPU, memory, storage. Purchasing option is about how you pay.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the two up is one of the most common mistakes on this material.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COMPUTE IDEA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Decides How You Pay for EC2?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separates a student who understands EC2 pricing from one who doesn't — and it's simpler than it sounds.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UNPREDICTABLE, SHORT-TERM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No commitment, use it for an hour or a day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Highest price per hour — you're paying for total flexibility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The right choice when you don't know what's coming next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On-Demand looks like when it's the correct answer.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STEADY, PREDICTABLE, LONG-TERM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Instances commit to specifics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29400" y="32095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instance type, family, and Region, for 1 or 3 years, in exchange for a deep discount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Plans commit to spend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29400" y="40782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dollar-per-hour commitment instead, with more flexibility across instance families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617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trades interruptibility for savings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29400" y="49469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steepest discount, but AWS can reclaim the instance with short notice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purchasing option depends entirely on how predictable and interruptible the workload is — not on which instance family you picked.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GO LIGHTER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vs. Serverless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— ECS / EKS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once, run anywhere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runtime, and libraries bundled together, consistent across environments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the orchestrator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is AWS's own; EKS is managed Kubernetes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removes the servers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either orchestrator without provisioning or managing EC2 instances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ongoing applications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services, not just short bursts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— SERVERLESS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server, ever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runs your code in response to an event — nothing to provision or patch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by the millisecond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the compute time your code actually uses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short, event-driven tasks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fires on an upload, an API call, or a schedule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long-running processes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or persistent-connection workloads belong on EC2 or containers instead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 Toolkit — 4 Pieces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module is built from four pieces — and it's a real exam question.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— you manage the OS and configuration.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08776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74536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(ECS/EKS/Fargate)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4536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packaging, optionally with no servers to manage.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at all — event-driven, billed by the millisecond.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08776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74536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Beanstalk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4536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code, AWS handles the deployment infrastructure automatically.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080760"/>
            <a:ext cx="10908792" cy="914"/>
          </a:xfrm>
          <a:prstGeom prst="round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cue:  match the workload's shape — steady vs. bursty, long-running vs. event-driven — to its place on the spectrum.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ORCHESTRATORS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ECS vs. Amazon EKS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services that sound similar solve the same basic problem with different philosophies.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own container orchestration service — simpler, tightly integrated with the rest of AWS.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EKS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8368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service for running Kubernetes, the popular open-source orchestration standard, on AWS.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competing with Fargate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584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ECS and EKS can run on Fargate — Fargate just removes the EC2 management underneath either one.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philosophies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8368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asks “what's the simplest AWS-native option”; EKS asks “does the team already know Kubernetes.”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51560" y="530352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to know:  Fargate is not a third orchestrator — it's a way to run ECS or EKS workloads without managing servers.</a:t>
            </a:r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— No Server to Think About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serverless compute — no instance to patch, no capacity to plan.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It 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code in response to an event, with no server for you to provision or manage.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How It Works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events — an uploaded file, an API call, a scheduled time — and billed only for compute time actually used, down to the millisecond.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6676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When You'd Use 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Short-lived, event-driven, bursty workloads — resizing an image on upload, a nightly cleanup job, a lightweight API backend.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51560" y="521208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angle:  “runs in response to an event, finishes quickly” is Lambda. A workload needing to run continuously for hours is EC2 or containers, not Lambda.</a:t>
            </a:r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TOOLKIT,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 Toolkit,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jobs we've covered tonight, and the tools behind each one. The names matter less than the job each one does.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full control lives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— you manage the OS, patches, and configuration.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58414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58414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87014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lighter packaging lives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87014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— ECS or EKS as the orchestrator, optionally on Fargate.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6749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76749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5349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zero infrastructure lives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05349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— event-driven, billed by the millisecond.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95083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95083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23683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“just deploy it” lives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23683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Beanstalk — upload code, AWS handles the infrastructure.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13418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513418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42018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7A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traffic gets spread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742018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Balancing — distributes traffic across whatever capacity currently exists.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51560" y="5257800"/>
            <a:ext cx="10085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control, packaging, infrastructure, deployment, and traffic — five questions that resolve almost every compute scenario.</a:t>
            </a:r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vs. a Fleet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protects against one kind of failure. It doesn't protect against that one instance being overwhelmed — or going down.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ONE EC2 INSTANCE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instance handling all traffic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failure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set up, cheaper to run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when traffic spikes, or that instance fails?”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+ AUTO SCALING, PAIRED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Balancing spreads traffic across however many instances currently exist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changes how many instances exist, based on demand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failed instance doesn't mean total downtime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“Capacity that grows and shrinks with demand is a deliberate design choice, not overkill.”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a load balancer with Auto Scaling is the standard AWS pattern for any workload that can't tolerate a single point of failure — Module 10 comes back to Auto Scaling in more depth.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Launch a Bursty Web App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company's traffic is unpredictable, and their workloads span the whole compute spectrum. Let's apply tonight's toolkit.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traffic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907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unpredictable — quiet most days, then spikes during a sale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36850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uploaded product photo needs to be resized automatically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backend job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backend job runs continuously, 24/7, and needs full OS control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deployment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5239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wants to deploy the main web app quickly without hand-configuring infrastructure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20840" y="2148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TOOLKIT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5603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Auto Scaling + Lambda + Elastic Beanstalk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720840" y="347472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different needs, four different tools — unpredictable web traffic is EC2 with Auto Scaling and a load balancer, image resizing on upload is Lambda, the steady full-control backend job is EC2, and quick deployment is Elastic Beanstalk.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there's no single “compute service” — real architectures pick the right point on the spectrum for each piece, exactly like the paired-connectivity scenario from last lecture.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OPEN THE CONSOLE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Preview: Finding Your Compute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guess where compute concepts live in the AWS Console. Here's where to look tonight.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console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dedicated console — where you launch instances and choose instance types.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options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at launch time, or managed under Savings Plans / Reserved Instances in Billing.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&amp; EKS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consoles — ECS for AWS-native orchestration, EKS for Kubernetes.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console — where you create functions and configure triggers.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Beanstalk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console — where you upload code and see deployment status.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&amp; Load Balancing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live inside the EC2 console, under their own sections.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cue:  the exam won't quiz you on console navigation directly, but knowing where a concept lives helps you recognize what a scenario is actually describing.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Questions, in 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resolve almost every AWS compute scenario on the exam — this is worth writing down.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full control over the OS?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lighter packaging, consistent across environments?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— ECS or EKS, optionally on Fargate.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zero infrastructure, event-driven?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deploy code fast without configuring infrastructure?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Beanstalk.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spread traffic across instances?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Balancing.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capacity to grow and shrink with demand?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Auto Scaling.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work through these six questions in order, and almost every AWS compute scenario resolves cleanly.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 FOR THE EXAM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Compute Services, Side by Side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services, one job each. The exam gives you a scenario and asks which service fits — match the verb to the tool.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576072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92024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39312" y="192024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05472" y="192024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57232" y="192024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496312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496312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configurable virtual servers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05472" y="2496312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857232" y="2496312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the OS and environment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3072384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3072384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containers using AWS-native tooling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05472" y="3072384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57232" y="3072384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wanting simple AWS-native orchestration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648456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4672" y="3648456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9312" y="3648456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containers using Kubernetes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05472" y="3648456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57232" y="3648456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standardized on Kubernetes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4224528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39312" y="4224528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code in response to events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05472" y="4224528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57232" y="4224528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event-driven, bursty tasks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4800600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4672" y="480060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Beanstalk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39312" y="480060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code, manages infrastructure automatically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05472" y="480060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57232" y="480060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deployment without manual infrastructure setup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" y="1920240"/>
            <a:ext cx="10908792" cy="3456432"/>
          </a:xfrm>
          <a:prstGeom prst="rect">
            <a:avLst/>
          </a:prstGeom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if a scenario names a specific level of control the team wants to keep or give up, match the verb to the tool — precise matching beats general compute vocabulary.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SIT THE EXAM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The Traps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“Needs more RAM for an in-memory database — what do you change?”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instance type/family (memory optimized) — not the purchasing option.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52544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18304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“Workload can be interrupted, cost is the top priority — what purchasing option?”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8304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Instances — steepest discount, in exchange for interruptibility.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65008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0768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“Containers, but the team never wants to manage EC2 instances — what's the fix?”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ECS or EKS on Fargate — Fargate removes server management, it's not a third orchestrator.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“Code needs to run continuously for hours — is that Lambda?”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Lambda is for short, event-driven tasks. Long-running workloads belong on EC2 or containers.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52544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52544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18304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“Distributes traffic across instances — which service?”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Balancing, not Auto Scaling, which changes how many instances exist.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65008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65008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30768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“Upload code and let AWS handle deployment infrastructure — what service?”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0768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Elastic Beanstalk.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BREAK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Hands-On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892808"/>
            <a:ext cx="548640" cy="548640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Workload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691640" y="221284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scenarios onto the compute spectrum — and defend where each one belongs.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2990088"/>
            <a:ext cx="548640" cy="548640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93522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Service Hunt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91640" y="331012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teams: given a scenario, find and defend the right compute service.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03250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option check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91640" y="440740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trace through a few EC2 pricing scenarios together and decide, live, which option fits.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" y="5184648"/>
            <a:ext cx="548640" cy="548640"/>
          </a:xfrm>
          <a:prstGeom prst="ellipse">
            <a:avLst/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5184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12978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Module 6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691640" y="550468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online module content and the knowledge check.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029968"/>
            <a:ext cx="566928" cy="56692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029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AWS Academy Module 6 + knowledge check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32257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 EC2 and container sections. Aim for 80%+ on the first attempt.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3355848"/>
            <a:ext cx="566928" cy="56692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3355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2461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 compute spectrum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memory — EC2, containers, Lambda, and where Elastic Beanstalk fits between them.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" y="4681728"/>
            <a:ext cx="566928" cy="566928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4681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457200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compute service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97433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tonight's toolkit, explain what it does in your own words, no notes.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 Storage — S3, EBS, EFS, and matching data to the right place to live.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6  ·  Compute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754880" cy="4754880"/>
          </a:xfrm>
          <a:prstGeom prst="ellipse">
            <a:avLst/>
          </a:prstGeom>
          <a:solidFill>
            <a:srgbClr val="FF9900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-1280160"/>
            <a:ext cx="4023360" cy="4023360"/>
          </a:xfrm>
          <a:prstGeom prst="ellipse">
            <a:avLst/>
          </a:prstGeom>
          <a:solidFill>
            <a:srgbClr val="FF9900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let's go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Ten-minute break — then Match the Workload and the compute service hunt.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48640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    ·    AWS Certified Solutions Architect – Associate  ·  Wake Tech</a:t>
            </a:r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Wake Technical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Mycal 'Mike' Brown</dc:creator>
  <cp:lastModifiedBy>Mycal 'Mike' Brown</cp:lastModifiedBy>
  <cp:revision>1</cp:revision>
  <dcterms:created xsi:type="dcterms:W3CDTF">2026-07-23T16:52:16Z</dcterms:created>
  <dcterms:modified xsi:type="dcterms:W3CDTF">2026-07-23T16:52:16Z</dcterms:modified>
</cp:coreProperties>
</file>