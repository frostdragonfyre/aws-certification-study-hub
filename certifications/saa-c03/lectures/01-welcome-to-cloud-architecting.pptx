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AWS ACADEMY CLOUD ARCHITECTING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—  Course Overview, the Café Business Case, and Roles in Cloud Computing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is done. Tonight we start deciding how to actually build things — starting with who does the deciding.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actual difference between an IT professional, a developer, and a cloud architect?”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 tonight. There's no wrong answer yet — we're about to build one together.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Cloud Foundations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Modules, One 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CLF-C02 covered what AWS offers — compute, storage, databases, networking, security, and the Well-Architected Framework, at a conceptual level.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answered “what”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answered what a service does. Tonight starts answering a harder question: when, and why, would you actually choose it?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the shift begins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 is where you start deciding how to build things — starting with the café business case you'll use all course long.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tonight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basic elements of the café business case used throughout this course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 of a cloud architect, and how it differs from other cloud computing roles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this course pairs guided labs, challenge labs, and knowledge checks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café's staff and the AWS consultants who guide them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how the café's architecture evolves across all sixteen modules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this course exists, and how it builds directly on Foundations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Before We Touch a Single Service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sits under one of these four headings.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lectures, guided labs, challenge labs, and knowledge checks fit together.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and Martha's café — one running business you'll design real solutions for, all course long.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professional, IT leader, developer, and cloud architect — different jobs, different questions.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architecture grows from a static website to a secure, automated, serverless-enhanced system — the same arc this course follows.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 Business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real-feeling business, revisited every module — not a new throwaway example each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and Martha opened a café and bakery in retirement, and want cloud services to help it grow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daughter Sofía and employee Nikhil run day-to-day operations and are learning cloud computing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AWS consultants — Olivia, Faythe, and Mateo — offer advice as frequent café visitors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labs put you in the role of café staff, solving real problems with less hand-holding than guided labs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architecture evolves across seven versions, from a static website to a secure, automated system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story, growing on purpose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one architecture evolve, module by module, mirrors how real decisions actually get made — not a series of disconnected examples.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we reach automation and serverless design later in the course, you'll already know exactly why the café needed each change.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COURSE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Labs vs. Challenge Labs — Not the Same Thing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these two costs you the exact skill this course is trying to build.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Full step-by-step, click-level instructions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Built to teach you a specific AWS service or configuration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The right place to build muscle memory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 learn the mechanics — necessary, but not the whole job.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LABS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café business case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don't give full click-level guidance — you apply what guided labs taught you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judgment, not memory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skill the exam's scenario questions test: matching a real need to the right decision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Culminate in the Capstone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longer-lived environment where you apply everything with even less guidance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labs teach the pieces; challenge labs test whether you can assemble them — which is exactly what being a cloud architect actually means.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Owners &amp; Staff vs. AWS Consultants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OWNERS AND STAFF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Co-owner, retired navy, loves to bake — nontechnical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Martha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Co-owner, retired accountant — comfortable with spreadsheets, otherwise nontechnical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and Martha's daughter, runs day-to-day supply chain — some programming background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employee, visual design skills, learning cloud computing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CONSULTANTS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architect — databases and network technologies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Faythe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— AWS APIs and SDKs, AWS Certified Security – Specialty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 — automation, backups, and disaster recovery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specialties a cloud architect draws on at once — architecture, development, and operations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this course throws at you fits into one of these four pieces.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Guides &amp; Videos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explanation for each module, reinforced with recorded lecture videos.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hands-on practice building real AWS resources.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Labs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Café-based scenarios with less guidance — apply what you've learned.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per module starting Module 2, plus a cumulative course assessment.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challenge labs and the cumulative assessment are the closest simulation of the SAA-C03 exam's scenario-based questions — treat them accordingly.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FAMILIAR CLOUD ROLES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 vs. IT Leader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 you may already recognize from outside the cloud world, worth naming before we get to the new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generalist, highly technical, often manages a production environment directly — titles like IT, systems, or network administrator.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 team of IT professionals, owns budget and technology decisions — titles like IT manager or IT director.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vs. hands-off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leaders are often hands-on early in a project, then delegate implementation details as it matures.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one designs from scratch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typically work within an existing architecture, rather than deciding what that architecture should be in the first place.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this course isn't training IT professionals or IT leaders — it's training the role that decides the architecture those two roles then run.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FAMILIAR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role from the student guide, and the closest one to “building the thing” itself.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They 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test, and fix code — thinking about a project at the application level, not the infrastructure level.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They Work With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and SDKs, often building on sample code, sometimes specializing in one area like security or storage.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Job Titles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developer, systems architect, software development manager.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angle:  a cloud architect needs to understand what a developer needs from an architecture — exactly why later modules on decoupling and serverless design speak the developer's language directly.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Cloud Architect Fits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familiar roles, and one job that sits above all of them — deciding the design in the first place.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system running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 professional's job — day-to-day operations and production support.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team and the budget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 leader's job — technology decisions and people management.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what runs on top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developer's job — code, APIs, and application logic.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it should be built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architect's job — the role this course exists to build.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 all three at once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Olivia, Faythe, and Mateo together — architecture, development, and operations perspectives, combined.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every other cloud role optimizes within a design. The architect's job is choosing the design in the first place.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Mindset vs. Architect Mindset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shift this course asks of you — not a new service, a new way of thinking.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MINDSET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design, make it work correctly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 matching the spec exactly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usually “how do I configure this?”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one clear right answer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MINDSET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business need, decide what to design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 the right trade-offs for this business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usually “which option, and why?”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when more than one answer could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spends sixteen modules building the right column — starting tonight, with the café's very first, simplest need.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Café's Very First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asks for a simple website so people can find the café online. Before we open any console — what's actually being asked here?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website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 has zero online presence today — everything starts from nothing.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barely changes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menu, hours, and location — updated occasionally, not constantly.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Nontechnical owners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and Martha can't maintain a complex system themselves.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budget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café can't justify servers running 24/7 for a handful of static pages.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need to the simplest architecture that fits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content, occasional updates, no server to manage, minimal cost — this is exactly the profile Amazon S3 static website hosting was built for, which is where the café's story, and V1 of its architecture, actually begins.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just happened: no service was chosen first. The need was defined first, and the service followed — that's the entire cloud architect mindset in one scenario.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OPEN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Course Actually Happens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memorize this tonight — just know where each piece lives before next class.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Learner Lab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hands-on AWS environment for guided and challenge labs — a real AWS account, sandboxed and pre-configured.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/ your LMS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 guides, videos, and knowledge checks live.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 instructions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inside the Learner Lab environment itself.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lab prompts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detailed — a business need, not a click-by-click script.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environment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longer-lived lab you can return to across multiple days.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checks &amp; course assessment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online, retakeable as many times as needed.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cue:  getting comfortable navigating between these tonight saves real time once the guided labs start next module.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 — Which Role Am I Reading About?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that resolve almost every “which role does this describe” question this course throws at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production running day to day?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budget and the team?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tests the actual code?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the whole system should be designed?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from a business need, not a finished spec?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architect mindset — start there.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design and asked to build it exactly?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technician mindset — a different, valuable, but different job.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every role question in this course comes down to one thing — who's deciding, and who's executing that decision?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 Cast,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people, one running business. You'll see all of them again in every challenge lab this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staff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Baking, community connection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Martha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staff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literacy, spreadsheets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staff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programming, drives the AWS interest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employee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staff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design, learning cloud computing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Olivia, Faythe, Mateo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consultants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development, and operations expertise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every challenge lab in this course puts you in Sofía and Nikhil's shoes, using advice from Olivia, Faythe, and Mateo's three perspectives.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ONE 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First-Week Mix-Ups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“Guided labs and challenge labs are basically the same thing.”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quite — guided labs teach the steps; challenge labs test whether you can choose them yourself.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cloud architect is just a senior developer.”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focus — developers build within a design; architects decide what the design should be.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café story is just flavor text, safe to skim.”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actual lab environment — every challenge lab assumes you remember who Sofía and Nikhil are.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“Module 1 has a knowledge check like every other module.”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knowledge checks start at Module 2. Module 1 is orientation only.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“Olivia, Faythe, and Mateo are interchangeable AWS experts.”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each represents a different specialty an architect draws on: architecture, development, and operations.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course starts from scratch, independent of Cloud Foundations.”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assumes and builds directly on CLF-C02's services, pricing, and Well-Architected material.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 TONIGHT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 Tonight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AWS Academy account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haven't already — you'll need it for every guided and challenge lab from here 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Learner Lab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once, just to see where it lives — no configuration needed tonight.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café, for real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Module 1 student guide's café section so the names are familiar next class.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Module 2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 at the Well-Architected Framework and how architects actually evaluate a design.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Module 1 online content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— this module has no knowledge check, but skim it so the café's story is fresh.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one guess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what do you think Module 2's “Well-Architected Framework” is actually going to be about?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real example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system you use daily — was it more “technician-built” or “architect-designed”? Be ready to explain why.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Introducing Cloud Architecting — where the Well-Architected Framework, AWS's own history, and real design best practices finally enter the picture.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  ·  Welcome to Cloud Architecting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break tonight — short orientation session. See you next class for Module 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