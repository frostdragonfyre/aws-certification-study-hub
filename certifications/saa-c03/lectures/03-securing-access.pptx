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—  Security Principles, IAM Users, Groups, Roles, and Policies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in this course rests on one foundation: who's allowed to do what, decided on purpose instead of by accident.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default, what can a brand-new IAM user actually do?”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answer than you'd expect — that's the whole point of tonight.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2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One Practice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architecting, the Well-Architected Framework, best practices, and deliberate placement — the toolkit every module from here uses.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the first real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is the first of this course's architecture-layer modules — deliberately first, because everything else gets built on top of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to carry forward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isn't a feature you add at the end. It's a foundation every other layer depends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security principles in the AWS Cloud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IAM users, groups, and roles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IAM policies determine permissions in an AWS account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groups-over-individuals best practice to a real scenario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the café on its own access control needs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Exploring IAM guided lab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Behind Every Access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sits under one of these four headings.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depth, shared responsibility, default deny.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users, groups, and roles — three different shapes for three different needs.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documents that explicitly grant or deny — evaluated by consistent, learnable rules.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and roles over individual policies, whenever access needs to be shared.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Principles in the AWS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specific service, four principles shape every access decision you'll make in this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grant exactly the access needed, nothing more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layer multiple, independent protections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responsibility, applied to access — AWS gives you IAM; how you configure it is on you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 — an IAM identity can do nothing until you explicitly grant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principles shape every IAM decision for the rest of this course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 is the quiet superpower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created IAM user is harmless until you deliberately attach policies — the opposite of an all-access-until-restricted model.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 misconfigured policy, not a flaw in IAM itself, is almost always the real story behind an access-control failure.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ACCESS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 vs. IAM Roles — Not the Same Thing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these two is one of the most frequently tested access-control ideas at the Associate level.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Permanent identity for a specific person or application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Long-term credentials — a password, or access keys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The right choice for an actual named person who logs 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credentials are powerful — and if leaked, stay dangerous until someone notices and rotates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temporarily, not owned permanently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person, an EC2 instance, a Lambda function — whoever or whatever needs it, for as long as they need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short-term credentials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rotates them automatically — nothing long-lived to leak in the first place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AWS resources needing AWS access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EC2 instance that needs to read from S3 should almost always use a role, not hardcoded user credentials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who you are; roles are what you're allowed to become, temporarily — hardcoding a user's credentials into an application is a classic mistake a role exists to prevent.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AND WHAT GOVERNS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Identities vs. How Policies Govern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IDENTITIES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for a specific person or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of users sharing the same access needs — no login of their 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assumed by whoever or whatever needs them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decision in this course starts by picking the right one of these three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POLICIES GOVERN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means no access — nothing is implicit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 wins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 in any applicable policy overrides every allow, no exceptions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vs. resource-based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can attach to who's asking, or to what's being asked for — both get evaluated together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vs. inline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shared documents vs. one-off permissions embedded in a single identity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Control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identities for people and applications.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 for multiple users at once.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identities for people or AWS resources.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documents that actually grant or deny every action.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almost every IAM scenario in this course reduces to picking the right identity type, then getting the policy attached to the right place.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ATTACH A POLICY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vs. Resource-Based Policies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 evaluated for the same request — knowing which is which just tells you where to look.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policies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a user, group, or role — “this user can read this bucket”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policies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directly to a resource, like an S3 bucket — “this bucket can be read by this account”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apply together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evaluates every applicable policy from both sides for a single request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 still wins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 from either side overrides an allow from the other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don't assume a permission problem is always on the identity side — a correctly permissioned user can still be blocked by a resource's own policy.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POLICY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Policies vs. Inline Policies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distinction that matters the moment you're managing more than a handful of identities.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Managed Policies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reusable documents attachable to many identities — update once, every attached identity updates instantly.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Inline Policies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directly in one identity, not reusable — fine for a genuine one-off, easy to lose track of at scale.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Trade-off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and visibility versus tight, one-time scoping — most real architectures lean managed by default.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angle:  a single managed-policy edit can ripple across every user, group, or role using it — powerful, but worth double-checking before you save.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Access,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from tonight, and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principles live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depth, shared responsibility, default deny.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permanent identity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users, for people and applications.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shared access lives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groups, for identical access across many users.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temporary identity lives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for people or AWS resources needing short-term access.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actual rules live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— default deny, explicit deny wins.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pick the right identity type first, then get the right policy attached to the right place.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Policies vs. Group-Based Access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tested IAM decision at this level — and it's simpler than it first looks.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ON INDIVIDUAL 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team of one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team member needs manual policy setup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departure needs manual policy removal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can quietly drift between “identical” users over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ATTACHED TO A GROUP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team of any size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member: add to the group, done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Departure: remove from the group, done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member's access stays identical by construction, not by manual upkeep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pattern behind the classic 'team needs shared access for a few months, membership will change' scenario — group-based access wins almost every time.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Project Team Needs Shared Access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needs identical access to a set of AWS resources for a few months, and membership is expected to change. What's the best way to grant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people need the same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person — a whole project team, all needing identical 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frame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is only needed for the life of the project, not forever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will change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will likely join or leave the team before the project ends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still matters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reviews this later needs to know who actually did what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need to the group pattern, not a shortcut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single login destroys accountability. Individual users with individually-managed policies works but doesn't scale as membership changes. The best fit: one IAM user per person, all placed in one IAM group, with the policy attached to the group — accountability stays intact, and membership changes become a one-click add or remove.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reasoning AWS Academy's own sample exam question for this module is built around — recognize the shape of the scenario, and the right answer follows.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Tonight's Ideas Live in the Console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before tonight's guided lab — Exploring IAM.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users, groups, roles, and policies all live 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sign-in URL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account-specific URL for IAM users to sign in — different from the root user's sign-in page.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JSON editor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IAM console, where you can view or hand-edit a policy's actual JSON document.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policies 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AWS-provided, ready-to-attach policies, browsable inside the IAM console.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tab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add and remove users from a group, and attach policies to the group itself.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tab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create a role and define which identities are allowed to assume it.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guided lab, Exploring IAM, has you working directly in three of these: experimenting with policies, adding users to groups, and using the IAM sign-in URL.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that resolve almost every IAM scenario this course throws at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specific person or application, logging in long-term?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several identities need identical access?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 — attach the policy there, not to each user.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temporary, or does an AWS resource need to act on your behalf?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nothing explicitly allowed yet?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it's denied — that's the default.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 applicable policy explicitly deny this?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Denied, full stop — no allow can override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same policy attached to more than one identity?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managed policy, not several inline copies.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identity type first, then policy placement, then remember that deny always wins.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Control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ideas, one job each — you'll use every row of this table in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specific person or application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who needs to log in or authenticate directly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users who share access needs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(membership changes)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needing identical, easily-updated access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temporary permissions when assumed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per-session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or people needing short-term access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grants or denies specific actions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until edited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exactly what any identity above can actually do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Policy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a resource instead of an identity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until edited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who can reach a specific resource, from either side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pick the identity type first (row 1-3), then get the right policy (row 4-5) attached to the right place.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Access: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new IAM user can access nothing until you say otherwise — right?”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default deny means a brand-new user starts completely harmless.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EC2 instance that needs S3 access should get an IAM user's credentials hardcoded in.”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that's exactly what an IAM role exists to prevent. Roles issue short-term, auto-rotated credentials instead.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 policy allows an action and another policy stays silent on it, it's allowed.”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but if any applicable policy explicitly denies it, that denial wins regardless of any allow.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“IAM groups can log in just like users.”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groups have no credentials of their own; they only exist to attach permissions to their members.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resource-based policy on an S3 bucket can override a user's own identity-based permissions.”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both are evaluated together, and an explicit deny from either side wins.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“Updating one managed policy only affects the one identity you were just looking at.”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updates every identity that policy is attached to, immediately.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GUIDED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IAM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IAM policies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default deny and explicit deny in action, not just in theory.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IAM groups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exact pattern from tonight's scenario — group-based access, hands-on.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IAM sign-in URL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an IAM user instead of the root user, and see the difference firsthand.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together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access IAM? What happens when a managed policy gets updated?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3 online content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Exploring IAM 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didn't finish in class — hands-on time with users, groups, and policies.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the café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access considerations does the café's own staff actually need? Be ready to discuss.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Module 4, Adding a Storage Layer with Amazon S3 — where the café's architecture gets its first real AWS service.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Securing Access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secure it.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the Exploring IAM guided lab.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