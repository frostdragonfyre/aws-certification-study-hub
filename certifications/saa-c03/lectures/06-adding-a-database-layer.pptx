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AWS ACADEMY CLOUD ARCHITECTING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 —  Amazon RDS, Aurora, DynamoDB, and Purpose-Built Databases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application can finally remember something — an order, a customer, an inventory count.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actual structural difference between a relational and a non-relational database?”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trick question — the answer decides almost everything else tonight.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Module 5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Solved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storage options, AMIs, instance types, pricing — the café's application finally has somewhere to run.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compute can't 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 can run all day and still have nowhere durable to keep an order once it's placed.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somewhere to remember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architecture gets a database layer — for real orders, real inventory, real customers.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tonight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database types and services offered by AWS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when to use Amazon RDS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advanced features of Amazon RDS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when to use Amazon DynamoDB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AWS purpose-built database services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to migrate data into AWS databases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Behind Every Database Decision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sits under one of these four headings.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Relational, non-relational, or purpose-built — the structural question that comes first.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and Aurora — structured data, enforced relationships, SQL.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NoSQL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 — flexible structure, massive scale, fast key lookups.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Redshift, Neptune, ElastiCache, DocumentDB — for problems general-purpose databases don't fit well.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Database Types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question always comes before any specific service name.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use structured tables, defined schemas, and enforced relationships, queried with SQL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Non-relational (NoSQL) databases are flexible, often schema-less, built for fast lookups at massive scale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databases are shaped for one specific problem, like graph relationships or in-memory caching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question always comes before any specific service name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pattern matters as much as data shape — complex joins versus fast key lookups versus a specialized access pattern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storage-class lesson, one layer up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choosing an S3 storage class, choosing a database is about matching the shape of the data and the access pattern to the right tool.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Defaulting to the most familiar database name, instead of matching structure to need, is the single most common database-design mistake.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DATABASE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vs. Amazon DynamoDB — Not Interchangeable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alone doesn't decide this — structure does.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Managed relational database service — MySQL, PostgreSQL, MariaDB, and more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Structured tables, enforced relationships, SQL joins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The right fit when the data genuinely needs that 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joins and strict referential integrity belong on RDS, regardless of how scalable a NoSQL alternative claims to be.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non-relational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schema — items in the same table can have different attributes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and speed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consistent performance at massive scale, especially for known-key lookups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is real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 ad hoc querying or enforced relationships the way a relational database provides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and DynamoDB solve different structural problems — the right choice depends on the data's shape, not which one sounds more modern or more scalable.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Advanced Features vs. Purpose-Built Services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ADVANCED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standby in a second AZ, automatic failover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read traffic without touching the primary's write capacity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 &amp; snapshots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against data loss with no manual backup process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protection and read scaling solve different problems, often needed at once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warehousing, large-scale analytical (OLAP) queries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Neptune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— relationships between entities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ElastiCache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caching for extremely low-latency reads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Document-oriented workloads, MongoDB-compatible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fits into one of these four pieces.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databases — structured, related, SQL-queried.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RDS engine — higher performance, availability, and scale.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NoSQL — flexible structure, massive scale, fast key lookups.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Services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Redshift, Neptune, ElastiCache, DocumentDB — for specialized shapes.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almost every database scenario in this course reduces to matching data shape and access pattern to one of these four categories.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RELATIONAL DISTINCTION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(Standard Engines) vs. Amazon Aurora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isn't a competitor to RDS — it's a premium engine choice inside the same managed service.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RDS engines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PostgreSQL, MariaDB, and others — solid, familiar, broadly compatible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 and PostgreSQL-compatible, built for higher performance and availability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that scales itself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Aurora's storage grows automatically with the cluster's data, no manual provisioning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read replicas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supports notably more read replicas than RDS's standard engines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“highly available relational database, needs to scale reads aggressively, storage keeps growing” is the exact phrase pattern that points to Aurora specifically, not just “RDS” generically.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THE MOVE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Data Into AWS Databases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existing data into AWS is its own design decision, not an afterthought.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Tool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Database Migration Service (DMS) — built specifically to move data into an AWS-hosted database.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It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replicates changes during the migration window, often with minimal downtime instead of one disruptive cutover.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Why It's Deliberate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has its own tooling and its own design decisions — it isn't something to figure out ad hoc after the destination database is chosen.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angle:  recognizing migration as a distinct, planned step is itself part of designing the database layer well — not a detail to skip past.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Database Layer,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 from tonight, and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structural question lives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Relational, non-relational, or purpose-built — asked first, every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failover protection lives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and Aurora Multi-AZ deployments.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read scaling lives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— RDS and, more aggressively, Aurora.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massive-scale key lookups live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specialized shapes live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Redshift, Neptune, ElastiCache, DocumentDB.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shape first, then failover and scaling needs, then match to the specific service built for that combination.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vs. OLAP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workload shapes that look similar from a distance and are genuinely different up close.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— TRANSACTIONAL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small, fast operations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reads and writes — placing an order, updating inventory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RDS, Aurora, and DynamoDB all fit here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speed on individual transactions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— ANALYTICAL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much larger queries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reports across years of historical data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Redshift's specific use case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scanning huge datasets, not individual transactions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describing analytical queries across historical data, explicitly without read replica support, is describing OLAP — and pointing at Redshift, not RDS or Aurora.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The Café's Order and Inventory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 needs its order and inventory data to survive a failure, scale as read traffic grows during busy mornings, and stay properly related — orders link to customers, customers link to loyalty points. What fits?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link to customers and products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relationships that need to stay enforced and consistent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mornings mean spiky read traffic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needs to handle a surge of reads without falling over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isn't acceptable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shouldn't mean the café can't take orders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keeps growing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orders, more customers, more history, every single day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relationships and the growth pattern to Aurora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enforced relationships rule out DynamoDB. The need for aggressive read scaling and automatically growing storage, on top of high availability, points past standard RDS toward Amazon Aurora specifically — a premium relational engine built for exactly this combination.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 as every scenario this course has used: read the requirements first — relationships, read pattern, availability, growth — then let the specific service follow from what's actually described.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Tonight's Ideas Live in the Console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before tonight's guided lab.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instances, engines, Multi-AZ, and read replicas all live here.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an engine option inside the same RDS console, not a separate product.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console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tables, items, and capacity settings.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console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console for data warehouse clusters and analytical queries.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DMS console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database migration task actually gets configured and run.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Learner Lab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design and deploy a real database for the café.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cue:  notice Aurora doesn't have its own separate console — it lives inside RDS, the same way it lives inside RDS's pricing and feature set.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that resolve almost every database scenario this course throws at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data need enforced relationships and complex joins?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— RDS or Aurora.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need massive-scale, fast lookups by a known key, flexible structure?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about analyzing years of historical data, not everyday transactions?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about relationships between entities, like a social graph?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Neptune.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relational data need to scale reads aggressively and grow storage automatically?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Aurora, specifically.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existing data moving from on-premises into AWS?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Database Migration Service.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structure and access pattern first, then failover and scaling needs, then the specific service follows.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COURSE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Toolkit,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ideas, one job each — you'll use several of these in tonight's guided lab.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related, SQL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relational workloads needing managed infrastructure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RDS engine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related, SQL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availability, aggressive read scaling, auto-growing storage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NoSQL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schema-less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Massive-scale, fast key-based lookups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historical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analytical (OLAP) queries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Neptune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graphs, recommendation engines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structure and query pattern decide the category; availability and scaling needs decide the specific service within it.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 BEGINS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Database Layer: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“DynamoDB can always replace RDS if you just need more scale.”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scalability alone doesn't override a genuine need for enforced relationships and complex joins.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“Aurora is a separate product from RDS.”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Aurora is a premium engine option selected inside RDS, not its own product 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“Multi-AZ and read replicas solve the same problem.”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Multi-AZ handles failover; read replicas handle read scaling. Often needed together.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“Redshift is just RDS for bigger data.”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Redshift is purpose-built for OLAP analytical queries, and notably doesn't support read replicas the way RDS and Aurora do.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“Migrating data into AWS just means copying files over manually.”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AWS Database Migration Service exists specifically for this, often with minimal downtime through continuous replication.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graph database and a relational database solve the same problem, just with different names.”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Neptune is purpose-built for relationship-heavy data like social graphs, a genuinely different shape than relational tables.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TONIGHT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 real database for the café's order and inventory needs.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Networking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compute, storage, and database layers get properly connected and secured.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8: Connecting Networks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café's network beyond a single VPC.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module, one lens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Placement, security, storage, compute, and now databases — each layer builds on everything before it.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Module 6 online content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guided lab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 real database if you didn't finish in class.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café's database 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tonight's scenario — name the specific service you'd actually recommend, and why.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Module 7, Creating a Networking Environment — where the café's layers finally get properly connected.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Adding a Database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can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remember.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tonight's guided lab.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