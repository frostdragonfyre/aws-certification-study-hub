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AWS ACADEMY CLOUD ARCHITECTING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 —  Amazon EC2: Storage, AMIs, Instance Types, and Pricing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 finally gets somewhere to actually run code — not just store it.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static hosting stop being enough the moment the café wanted online ordering?”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answered part of this in Module 4 — tonight we build the fix.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Module 4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Solved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objects, storage classes, versioning, lifecycle policies — the café's content now has a real home.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storage can't 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serves content — it doesn't run code, check inventory, or process an order.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somewhere to actually run 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— the café's architecture gets a compute layer for real.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tonight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how Amazon EC2 can be used in an architecture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value of AMIs for repeatable infrastructure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EC2 instance types based on requirements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storage solutions for EC2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how to configure EC2 instances with user data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EC2 pricing options and recommend the right one based on cost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Stacked Decisions Behind Every EC2 Instance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isn't one decision — it's four, stacked, and each one matters independently.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store or EBS — does the data need to survive the instance?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AMI — what the instance looks like the moment it boots.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and size — matching resources to the actual workload.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Reserved, Savings Plans, Spot, Dedicated — matching cost to commitment.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Amazon EC2 Actually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S3 was never built to provide — somewhere to actually run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provides resizable virtual servers — instances — that you configure, launch, and control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Infrastructure as a Service in its most direct 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the OS, runtime, application, and configuration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 the physical hardware underneath — the same shared responsibility split from Module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café, this is where the online-ordering application actually runs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S3 was never built to provide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serves content; EC2 runs code that reacts differently to every request — checking inventory, processing an order.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gap Module 4 identified when the café's needs outgrew static hosting.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STORAGE-FOR-COMPUTE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Store vs. Amazon EBS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resolves this every time: does the data need to survive the instance itself?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Physically attached to the same host as the instance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Temporary — gone if the instance stops or terminates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Fast, local, no persistence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choice when the workload can tolerate losing this data — cached, regenerated, or replicated elsewhere.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Network-attached block storage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instance's own lifecycle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an instance stop, reboot, or replacement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clear choice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records need to persist no matter what happens to any single instance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store trades persistence for speed; EBS trades a little speed for data that survives the instance — pick based on what the data can afford to lose.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AND INSTANCE FAMILIES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Types vs. Instance Type Families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AMI TYPES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AMIs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AWS-provided, a clean starting OS with nothing extra configured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Preconfigured AMIs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Marketplace, or community-provided, with software already installed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AMIs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you, capturing an instance's exact state for identical relaunching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EC2 instance launches from one of these three — the choice shapes setup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INSTANCE FAMILIES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compute, memory, networking — web servers, general workloads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optimized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processors — batch processing, scientific modeling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optimized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performance for memory-intensive workloads — in-memory databases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optimized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sequential read/write to large local datasets — data warehousing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fits into one of these four pieces.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 virtual servers you configure, launch, and control.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that make instance launches repeatable and consistent.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and sizes matched to a workload's actual resource needs.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that configure an instance automatically at first boot.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almost every EC2 scenario in this course reduces to picking the right storage, image, instance type, and pricing model — independently.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SAVINGS PLAN FLAVORS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Savings Plans vs. EC2 Instance Savings Plans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conflate, and a favorite exam distinction.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Savings Plans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— applies across instance families, sizes, Regions, even Fargate and Lambda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Savings Plans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one instance family in one Region — deepest discount, size can still change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costs savings; commitment to a specific family earns the deepest discount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workload staying in one family, only changing size, points to EC2 Instance Savings Plans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“instance family stays the same, only size changes” is the exact phrase pattern that should make you think EC2 Instance Savings Plan, not Compute Savings Plan.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COMPUTE ESSENTIAL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Data: Configuring at Boot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generic AMI becomes a specifically-configured, ready-to-serve instance,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attached to an instance at launch time, run automatically on first boot.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It Does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packages, pulls application code, applies configuration — no manual setup after launch.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Why It Matters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Auto Scaling, it's what makes a newly launched instance fully functional the moment it comes online.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angle:  user data is Module 2's 'automate wherever possible' best practice, applied at the exact moment an instance is born.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Compute Layer,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 from tonight, and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persistence gets decided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store vs. EBS — does the data need to survive the instance?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repeatability lives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 — base, preconfigured, or custom.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resource fit gets decided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 family and size, including accelerated computing for GPU-heavy workloads.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first-boot setup happens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— automatic configuration, no manual steps.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cost gets matched to commitment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Reserved, Savings Plans, Spot, or Dedicated.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four independent decisions, stacked — get each one right for the actual workload, not out of habit.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Forever vs. Matching the Pricing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'stop guessing' principle from Module 2, now applied to how you pay for compute.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FOREVER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no commitment, no analysis required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 for unpredictable or brand-new workloads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real savings on the table for steady workloads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that's easy to never revisit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TO THE WORKLOAD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known workloads get Reserved Instances or Savings Plans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Fault-tolerant, flexible workloads can use Spot for deep discounts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Compliance-driven needs get Dedicated Instances or Hosts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tracks the workload's real commitment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isn't wrong — it's the right default for uncertainty. The mistake is never moving off it once a workload's real pattern is actually known.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Café's Order-Processing Instance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order-processing workload will run steadily for at least a year in the same Region — with occasional size bumps during holiday rushes, always the same instance family. What's the lowest-cost way to buy it?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a year, uninterrupted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known, long-term commitment, not a short-term experiment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steady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for occasional predictable spikes during holidays and local events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changes, not family changes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instance during a rush, but always the same instance family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is the goal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flexibility for its own sake — the café wants the best price for what it actually needs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commitment profile to the pricing model built for it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instances solve a compliance need the café doesn't have. On-Demand leaves savings on the table for a year-long steady workload. A Compute Savings Plan works but pays for cross-family flexibility the café will never use. An EC2 Instance Savings Plan fits exactly — same family for the whole year, size changes don't break the discount, and it's built specifically to reward this pattern with its deepest price.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skill as every scenario this course has used so far: read the commitment profile first, then match the tool built for exactly that profile.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Tonight's Ideas Live in the Console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before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instances, AMIs, and every setting tonight live 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instance wizard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pick an AMI, instance type, storage, and user data, all in one flow.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catalog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preconfigured, and your own custom AMIs, all browsable in one place.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 selector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family — general purpose, compute optimized, memory optimized, and more.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field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box in the launch wizard where the first-boot script actually goes.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Plans console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console for reviewing and purchasing Savings Plans commitments.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cue:  notice how many of tonight's decisions happen in a single launch flow — that's deliberate, and it's exactly what tonight's guided lab walks through.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 that resolve almost every EC2 design scenario this course throws at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data need to survive the instance?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EBS. No: instance store is worth considering.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workload need software preconfigured, or a clean slate?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Preconfigured or custom AMI vs. a base AMI.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resource does this workload actually need most?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instance family — compute, memory, storage, or accelerated.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instance need to configure itself at first boot?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workload steady and long-term, or short and unpredictable?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Reserved/Savings Plans vs. On-Demand.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instance family stay fixed while only size changes?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Savings Plan, for the deepest discount.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four independent questions, then a fifth for pricing — resolve each one on its own terms.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 Toolkit,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one job each — you'll use several of these in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Store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host-attached storage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gone if the instance stops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disposable, or regenerable 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EBS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network-attached storage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the instance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must survive instance stop or replacement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AMI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 instance's exact configured state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setup, reused indefinitely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consistent instance launches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Instance / Savings Plan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pricing for committed usage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or 3-year commitment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Steady, well-understood workloads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discounted, interruptible capacity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reclaimable by AWS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Fault-tolerant, flexible batch-style workloads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persistence, image, and instance type are workload-shape questions; pricing model is a commitment-profile question — answer them separately.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 BEGINS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Compute Layer: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“Instance store data survives a stop and restart, just like EBS.”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instance store is temporary and tied to the host; only EBS persists independently of the instance's lifecycle.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custom AMI is basically the same as a base AMI.”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 custom AMI captures your own configured state for repeatable, identical relaunches.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“General purpose is always the safe default instance family.”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 workload with a named resource need (memory, storage, GPU) should match that family directly.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“Compute Savings Plans always save more than EC2 Instance Savings Plans.”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EC2 Instance Savings Plans offer the deepest discount, in exchange for commitment to one instance family.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 data only runs once, the very first time an instance boots.”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that's exactly what makes it useful for first-boot configuration, not ongoing management.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“On-Demand is always the wrong choice for a long-running workload.”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quite — it's the right default for uncertainty; the mistake is never revisiting it once the real pattern is known.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real EC2 instance, choose storage, an AMI, an instance type, and user data, hands-on.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Databases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architecture gets somewhere to actually store orders and inventory.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Networking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compute and storage layers get properly connected and secured.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one lens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security, storage, and now compute — each layer builds on everything before it.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Module 5 online content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guided lab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configure a real EC2 instance if you didn't finish in class.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the café's order-processing instance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scenario — name the instance family and pricing model you'd actually recommend.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Module 6, Adding a Database Layer — where the café's orders and inventory actually get stored and queried.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Adding a Compute Layer Using Amazon EC2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 can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run.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tonight's guided lab.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