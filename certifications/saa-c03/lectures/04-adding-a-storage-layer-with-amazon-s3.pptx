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AWS ACADEMY CLOUD ARCHITECTING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 —  Amazon S3: Objects, Storage Classes, Versioning, and Static Hosting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stops being theoretical tonight — this is where Module 1's very first scenario actually gets built.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Amazon S3 not the same thing as a file system on your laptop?”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real, structural answer — not just a vibe.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Module 3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Decided on Purpose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users, groups, roles, and policies — the foundation every other layer, including tonight's, gets built on top of.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layer, for real this time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the café's architecture gets its actual first AWS service — not a discussion, a build.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mindset, new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placement and security habit from Modules 2 and 3 applies to storage too — nothing gets thrown out.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tonight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Amazon S3 is and how object storage differs from a file system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S3 achieves durability and availability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 appropriate storage class for a given access pattern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versioning and lifecycle policies manage objects over time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S3 for static website hosting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bucket appropriately, building on Module 3's access principles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Behind Every Storage Decision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sits under one of these four headings.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and keys — a fundamentally different shape than a file system.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&amp; Availability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promises, and only one of them varies by storage class.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Lifespan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and lifecycle policies — managing an object over time, not just at upload.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default, public only through a specific, deliberate decision.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Amazon S3 Actually 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is a fundamentally different model than the file system you're used 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object storage — every piece of data is an object, stored inside a bucket, retrieved by a unique key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bucket's name is globally unique across AWS, but the bucket itself lives in one specific Region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can range from a few bytes up to 5 terabytes — HTML, images, video, backups, logs, all stored the same way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true nested folder structure — just a flat namespace of keys that displays like folders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 reached over HTTP(S) APIs, not mounted like a drive or attached like a block volume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shapes everything else tonight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S3 isn't a file system, every feature tonight — storage classes, versioning, static hosting — is really a feature of the object model, not a workaround for it.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S3 with EBS (which attaches to one EC2 instance) or a mounted drive is one of the most common early mistakes.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STORAGE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vs. Availability — Not the Same Promise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words that sound like synonyms and aren't — and S3's whole storage-class lineup depends on the difference.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Will this object still exist and be intact later?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S3 targets extremely high durability — often called “eleven nines”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Achieved by redundant copies across multiple AZs, automatically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essentially a given across every S3 storage class — it's not what you're trading away.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access the data right now?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service can currently serve this specific request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by storage class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 is built for the highest availability; cheaper classes trade some of it away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real trade-off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storage class is really choosing how much availability and retrieval speed you need, not whether your data survives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is close to guaranteed everywhere in S3. Availability is the dial you're actually turning when you pick a storage class.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CLASS LINEUP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Frequent-Access vs. Infrequent/Archive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ACCESS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accessed data, highest availability, highest per-GB cost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Intelligent-Tiering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pattern unknown or changing — AWS moves objects between tiers automatically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websites, current media, frequently-read application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availability you might not always need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 / ARCHIVE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Standard-IA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occasionally, needed fast when it is — lower storage cost, per-retrieval fee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One Zone-IA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Infrequent, recreatable data — cheaper, but only one Availability Zone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Glacier (multiple tiers)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archives, backups, compliance — very low cost, minutes-to-hours retrieval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logs, compliance retention, backups you rarely (or never) expect to touch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tonight fits into one of these four pieces.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&amp; Objects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model — global-namespace buckets holding objects, reached by key.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cost and availability to how often data actually gets accessed.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overwrite or delete keeps the prior version recoverable.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rules that move or expire objects as they age.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almost every S3 scenario in this course reduces to matching an access pattern to a storage class, then deciding whether versioning or a lifecycle policy applies.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MANAGE AN OBJECT OVER TIME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vs. Lifecycle Policies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manage change over time — but one protects history, and the other automates it away.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prior version instead of overwriting it — protects against accidental overwrite and deletion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transitions or expires objects based on rules you define, like age or last access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lifecycle policy can also expire old versions, keeping versioning's protection from growing storage cost forever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free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is full storage; every lifecycle transition and archive retrieval has its own cost profile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cue:  versioning without a lifecycle policy is a common, quiet cost leak — an object rewritten constantly multiplies its own storage footprint if nobody's watching.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CAFÉ'S STORY BEGAN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1's very first scenario, revisited with the actual mechanism behind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serves static content — HTML, CSS, JavaScript, images — directly over HTTP, no web server to manage.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designate an index document and, optionally, an error document; S3 handles the rest.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Why It Fits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doesn't change per-request, read far more than written, no server-side processing needed.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angle:  the moment the café needed dynamic content and online ordering, this fit broke — not because S3 got worse, but because the job itself changed. That's exactly where Module 5 picks up.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Storage Layer,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 from tonight, and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lives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objects, and keys — S3's core shape.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durability promise lives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copies across multiple AZs, automatically, by default.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real trade-off lives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 — availability and retrieval speed versus cost.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history gets protected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— every overwrite or delete stays recoverable.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aging gets automated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— moving or expiring objects over time.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model, promise, trade-off, and automation — four questions that resolve almost every S3 design decision.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Storage Class Forever vs. a Lifecycle Policy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anti-pattern Module 2's best practices warned about, now applied to storage.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FOREVER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stays in S3 Standard indefinitely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set up once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peak-access pricing long after access drops off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review is the only way costs ever go down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LIFECYCLE POLICY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move to cheaper classes as they age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once, runs automatically forever after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tracks actual access patterns, not a guess made on day 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review required to stay cost-efficient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Module 2's 'stop guessing your capacity needs' idea, applied to storage instead of compute — a lifecycle policy is elasticity for data.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The Café's Growing Photo Library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 has been photographing every new pastry for two years. What does a deliberate storage design actually look like?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month's photos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constantly — on the website, in social posts, viewed by customers daily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year's photos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viewed, but Sofía wants them kept in case a design gets reused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from the café's opening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never accessed, but Frank and Martha don't want them deleted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wants to manage this by hand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small staff has no time for a manual monthly storage cleanup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need to its own storage class, automatically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photos stay in S3 Standard for fast, frequent access. A lifecycle policy transitions photos to Standard-IA after a few months of low activity, then to Glacier after a year — and nobody has to remember to do it.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this is the exact same shape as the scenario from Module 3 — different resource, same underlying lesson: automate the policy once, instead of managing it by hand forever.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Tonight's Ideas Live in the Console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preview before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buckets, objects, and every setting tonight live here.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properties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static website hosting gets enabled, and where versioning gets turned 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tab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lifecycle policies actually get configured, rule by rule.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tab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Public Access settings and the bucket policy editor both live here.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class selector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per-object on upload, or changed later by a lifecycle rule.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Learner Lab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build a real bucket and enable static hosting yourself.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cue:  notice Permissions and Management are separate tabs — access control and object lifecycle are related but different jobs, just like Module 3 taught.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that resolve almost every S3 design scenario this course throws at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data accessed frequently, right now?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access pattern unknown or likely to change?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Intelligent-Tiering.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rarely, but needed fast when it is?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Standard-IA.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long-term archive, rarely if ever touched?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Glacier.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object need protection from accidental overwrite or delete?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versioning.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objects move classes or expire automatically as they age?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lifecycle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access frequency picks the class, and versioning plus lifecycle policies handle everything that happens after upload.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COURSE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ideas, one job each — you'll use every row of this table in tonight's guided lab.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Pattern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frequently accessed objects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storage cost, no retrieval fee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websites, current media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Standard-IA / One Zone-IA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infrequently accessed objects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storage cost, per-retrieval fee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Backups, older data still needed fast occasionally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Glacier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Archives long-term, rarely accessed data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storage cost, slow retrieval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retention, cold backups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prior version of an object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storage per rewrite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against accidental overwrite or deletion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class transitions and expiration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over time, automatically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whose value drops as it ages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pick the storage class from the access pattern, then let versioning and a lifecycle policy handle everything that happens to the object afterward.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 BEGINS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Storage Layer: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“S3 is basically a hard drive you can access from anywhere.”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quite — it's object storage over HTTP(S), not a mounted file system or a block volume like EBS.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“Cheaper storage classes mean your data is less safe.”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durability stays extremely high across classes; what changes is availability and retrieval speed.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unpredictable access pattern means you should just guess and pick Standard.”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that's exactly what Intelligent-Tiering exists to solve automatically.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“Versioning alone is enough to control storage costs.”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without a lifecycle policy, versioning can quietly multiply storage cost on frequently-rewritten objects.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new S3 bucket is public until you lock it down.”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buckets are private by default, the same default-deny posture as IAM.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“Static website hosting works for the café's online ordering feature too.”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dynamic content and order processing need a compute layer, which is exactly where Module 5 picks up.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TONIGHT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Leads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Lab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 S3 bucket, enable static website hosting, and configure a lifecycle policy hands-on.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Compute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café's architecture gets a compute layer for dynamic content and online ordering.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6: Databases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café's orders and inventory actually get stored and queried.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module, one lens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Placement, security, and now storage — each new layer builds on everything before it.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Module 4 online content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guided lab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configure a real S3 bucket if you didn't finish in class.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café's photo library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tonight's scenario — sketch the storage classes and lifecycle rule you'd actually use.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 Module 5, Adding a Compute Layer Using Amazon EC2 — where the café's architecture starts running real application code.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4  ·  Adding a Storage Layer with Amazon S3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store it.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tonight's guided lab.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