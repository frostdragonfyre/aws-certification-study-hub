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1463040"/>
            <a:ext cx="2011680" cy="201168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50976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AWS ACADEMY CLOUD ARCHITECTING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—  The Well-Architected Framework, Best Practices, and Placing AWS Resources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Dr. Mycal “Mike” Brown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architecting isn't a service you learn — it's a practice AWS had to invent to solve its own problem first.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of the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7830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Amazon itself need to invent AWS in the first place?”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that thought — the answer is literally tonight's first section.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Module 1 left 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Café, the Cast, the Mindset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met Frank, Martha, Sofía, Nikhil, and the AWS consultants — and drew the line between a technician mindset and an architect mindset.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52544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18304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to carry forward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8304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 works backward from a business need to a design — we proved it once with the café's very first website ask.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65008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30768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the toolkit gets real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Well-Architected Framework, best practices, and resource placement — the four things every architect actually works with.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tonight you should be able to…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cloud architecture in your own words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to design and evaluate architectures using the AWS Well-Architected Framework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82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82696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best practices for building solutions on AWS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941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41064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to make informed decisions about where to place AWS resources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99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99432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AWS itself exists, using its own 2006 origin story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257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tonight's four ideas back to the café's own next architecture decision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Every Architect Works With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tonight sits under one of these four headings — the same four from the module overview.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practice actually means, and where it came from.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Well-Architected Framework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way to evaluate a design, not just a list of six names to recognize.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Tested-at-scale patterns that avoid known failure modes.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Global Infrastructure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Regions, AZs, and edge locations into a deliberate placement decision.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Own Origin Story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didn't start as a cloud provider — it became one by solving its own architecture problem first.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2651760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606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2000, Amazon needed to build an ecommerce service so third-party sellers could build shopping sites on Amazon's engine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3255264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3209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struggled with availability and scale because its tools and architectures were built without much planning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858768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3813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fix — well-documented APIs — helped, but projects still took months to ship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4462272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17320" y="4416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just the database, compute, and storage components for a project could take three months on its own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5065776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fix was internal services providing scalable, reliable architecture as a shared foundation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2006: those internal services became AWS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started selling its own internal fix externally — Amazon SQS first, then Amazon S3 and Amazon EC2.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architecting, as a discipline, is the accumulated answer to exactly the problem Amazon ran into building its own platform.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IDEA TONIGHT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as a Checklist vs. as a Tool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Framework as trivia to recall is exactly the mistake this course is designed to correct.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CHECKLIST (CLF-C02 LEVEL)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Know the six pillar names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Recognize a scenario described by each pillar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Treat it as a fact to recall on a multiple-choice question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got you through Cloud Practitioner — necessary, but no longer sufficient.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EVALUATION TOOL (THIS COURSE)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pillar-specific questions of a real design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32095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does this recover from an AZ failure?” is a Reliability question, asked of an actual 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trade-offs between pillars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redundancy usually costs more — a well-architected system makes that trade-off on purpose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617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design principles across every pillar at once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9400" y="49469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guessing capacity, automate, test at production scale — habits, not categories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six pillars, same six names — but from tonight forward, you're using them to evaluate, not just recall.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OF “BEST PRACTICE”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Best Practices Protect Against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failure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any single component can fail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components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Loosen dependencies between parts of the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elasticity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capacity to match real demand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wherever possible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manual, error-prone steps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PROTECTS AGAINST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point of failure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down the whole system when one piece breaks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slow or failed part dragging down every other part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for a rare peak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capacity sized for a spike that happens once a year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Unrepeatable deployments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that only works because one person remembers all the steps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Architect's Toolkit — 4 Pieces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tonight's module fits into one of these four pieces.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Architecting (the practice)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best practices to meet technical needs and business use cases at once.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08776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74536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Well-Architected Framework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4536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way to evaluate whether a design actually holds up.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Tested-at-scale patterns that avoid known failure modes.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08776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74536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Placement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4536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decisions about Region, AZ, and edge location, driven by real factors.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080760"/>
            <a:ext cx="10908792" cy="914"/>
          </a:xfrm>
          <a:prstGeom prst="round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cue:  every later module in this course is really just one of these four pieces, applied to a specific layer of the café's architecture.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READINESS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Needs vs. Business Use Cases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that satisfies only one of these isn't well-architected — it's just architected.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needs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actually work, scale, stay secure, and recover from failure?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8368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solve the real problem, at a cost and timeline the business can accept?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Satisfying only the technical side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technically elegant system nobody can afford or that misses the actual business need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Satisfying only the business side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meets the deadline and budget but falls over under real load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51560" y="530352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cue:  cloud architecting's whole definition rests on holding both sides at once — expect scenarios that test whether you've quietly dropped one.</a:t>
            </a:r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PLACEMENT, ONE LEVEL DEEPER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Region: The Four Factors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met these in CLF-C02 Module 1. Tonight they stop being background facts and become active decisions.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Latency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keeps this workload physically close to the users who'll actually use it?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Price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cost difference between candidate Regions change the decision, especially at scale?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Compliance &amp; Service Availability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data-residency law force a specific jurisdiction, and does every dependent service actually exist there?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521208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architect's angle:  these four factors don't just describe AWS's infrastructure anymore — they're the actual inputs to a real placement decision you'll be asked to make.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TOOLKIT,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Cloud Architecting,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 from tonight, and the job each one does.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practice is defined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architecting — meeting technical needs and business use cases together.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58414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58414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7014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designs get evaluated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87014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Well-Architected Framework, used as a tool, not a checklist.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6749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76749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5349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proven patterns live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5349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— design for failure, decouple, elasticity, automate.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5083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95083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23683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placement gets decided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23683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price, compliance, and service availability, Region by Region.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13418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513418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42018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all started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742018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own 2006 origin story — the same problem this whole toolkit exists to solve.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51560" y="5257800"/>
            <a:ext cx="10085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every one of tonight's four pieces exists because unplanned architecture didn't scale for Amazon either.</a:t>
            </a:r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Architecture vs. Deliberate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choice Amazon faced in 2000 — and the one every team faces before adopting a framework.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builds its own resources from scratch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evaluation standard across projects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and reusability are afterthoughts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fast once, then slows down every time after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ARCHITECTURE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best practices and a common framework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evaluated against the same six pillars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and reusability are designed in up front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once, faster every time after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trade Amazon made building its own internal services in the early 2000s — and it's why those internal services became AWS in 2006.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The Café Wants to Expand Online Ordering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wants customers to place orders online, not just view the menu. Same mindset as Module 1 — what's actually being asked?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now changes constantly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inventory, and menu availability update throughout the day, not occasionally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needs to remember things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customer info, and inventory counts need to be stored somewhere, not just displayed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Nontechnical owners, same as before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and Martha still can't maintain something complex themselves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Growing, but still small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5239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 can't justify a large, permanent infrastructure investment yet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2148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TOOLKIT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5603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need to the next deliberate step, not a leap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20840" y="347472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 alone can't hold dynamic content or remember orders — this is where the café's architecture needs a web application and a database, which is exactly where Module 2's four ideas hand off to Modules 4 through 6.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placement questions from tonight already apply here too — which Region, and eventually which Availability Zones, will host this growing café architecture?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GO FURTHER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Tonight's Ideas Live in the Console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preview, not a lab — we'll get hands-on starting with the modules that build each architecture layer.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Well-Architected Tool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console — where you actually run a real workload through the Framework's questions.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Regions selector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of almost every AWS console — where the placement decision actually gets made.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whitepapers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docs.aws.amazon.com — the source for best practices referenced throughout this course.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Global Infrastructure map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aws.amazon.com/about-aws/global-infrastructure — current Regions and Availability Zones.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Advisor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CLF-C02 Module 9 — automated checks against several Well-Architected pillars at once.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Learner Lab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you'll actually place and configure resources, starting with Module 3.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cue:  you won't be quizzed on button locations, but knowing where a concept lives helps you recognize what a later lab is actually asking for.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Questions, in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placement questions, plus one gut-check — they resolve almost everything tonight.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need to be physically close to specific users?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— pick the nearest Region that fits.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cost difference between Regions matter at this scale?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— check it before assuming it doesn't.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law or contract restrict where this data can live?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— this can override every other factor.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service this design needs actually exist there?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availability — confirm before you commit.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design meeting technical needs but missing the business case?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architected, not well-architected — go back to the need.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design meeting the business case but technically fragile?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other direction — both sides have to hold at once.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four placement questions, plus one gut-check question — asked in order, resolve most of tonight's material.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FOR THE COURSE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Toolkit, Side by 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ideas, one job each — every later module will expect you to move fluently between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576072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9312" y="192024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05472" y="192024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57232" y="192024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496312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496312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practice itself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05472" y="2496312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own 2000s scaling struggle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57232" y="2496312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every design decision in this course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072384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Framework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3072384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a design against six pillars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05472" y="3072384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CLF-C02 Module 9, used as a tool now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57232" y="3072384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gaps in a real or proposed architecture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" y="3648456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9312" y="3648456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tested-at-scale patterns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05472" y="3648456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across AWS and its customers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57232" y="3648456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known failure modes without re-learning them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4224528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Placement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9312" y="4224528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Region, AZ, and edge location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05472" y="4224528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CLF-C02 Module 1, now applied deliberately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57232" y="4224528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price, compliance, and availability trade-offs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480060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 Case Study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39312" y="480060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every idea above a concrete test case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05472" y="480060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1's business case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57232" y="480060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challenge lab for the rest of the course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1920240"/>
            <a:ext cx="10908792" cy="3456432"/>
          </a:xfrm>
          <a:prstGeom prst="rect">
            <a:avLst/>
          </a:prstGeom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whenever a module introduces something new, ask which of these four rows it belongs to — almost everything in this course is one of them.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Cloud Architecting: The Mix-Ups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Well-Architected Framework is just a CLF-C02 topic we already covered.”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you learned the six names; this course teaches you to actually use it as an evaluation tool.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52544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“Best practices are an exhaustive checklist to memorize.”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they're categories of protection. Recognize the category, then find the right service for the situation.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0768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“AWS was designed from the start to be sold to customers.”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AWS began as Amazon's own internal fix for its own architecture problem, sold externally starting in 2006.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technically excellent design is automatically well-architected.”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 also has to meet the actual business use case, or it's just architected, not well-architected.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2544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52544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18304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“Region choice is mostly about picking the cheapest option.”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latency, compliance, and service availability can all override price.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65008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0768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café case study is separate from tonight's concepts.”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the café's next architecture decision (tonight's scenario) already needs all four of tonight's ideas.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TONIGHT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Leads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892808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Securing Access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architecture layer — starting with who and what can actually reach AWS resources.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990088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93522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4 through 8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91640" y="331012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adds a layer to the café's growing architecture — storage, compute, database, and networking.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03250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9 through 16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91640" y="440740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practices that apply across every layer — availability, automation, decoupling, and more.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12978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module, one lens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691640" y="550468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architecting, the Well-Architected Framework, best practices, and placement — applied again and again.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29968"/>
            <a:ext cx="566928" cy="56692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029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Module 2 online content + knowledge check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32257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knowledge check of the course — aim for 80%+ on the first attempt.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3355848"/>
            <a:ext cx="566928" cy="56692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the six Well-Architected pillars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CLF-C02 notes — tonight assumed you remembered the names; make sure you actually 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4681728"/>
            <a:ext cx="566928" cy="566928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4681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café's next architecture decision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7433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tonight's scenario — what would you add, and which of tonight's four ideas justifies it?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 Module 3, Securing Access — the first real architecture layer, and your first guided lab in this course.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2  ·  Introducing Cloud Architecting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-1280160"/>
            <a:ext cx="4023360" cy="402336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you're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like an architect.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class for Module 3 — bring your Well-Architected notes.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48640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    ·    AWS Certified Solutions Architect – Associate  ·  Wake Tech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Wake Technical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Mycal 'Mike' Brown</dc:creator>
  <cp:lastModifiedBy>Mycal 'Mike' Brown</cp:lastModifiedBy>
  <cp:revision>1</cp:revision>
  <dcterms:created xsi:type="dcterms:W3CDTF">2026-07-23T16:52:16Z</dcterms:created>
  <dcterms:modified xsi:type="dcterms:W3CDTF">2026-07-23T16:52:16Z</dcterms:modified>
</cp:coreProperties>
</file>